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DC1AEE2-022F-4A2D-A370-FA4228F3E698}" v="36" dt="2026-04-14T15:15:07.74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rika Chamarthi" userId="fdee45086a1505de" providerId="LiveId" clId="{FC75DEFD-6AF6-4EA0-AD5B-B0955BD464D0}"/>
    <pc:docChg chg="undo redo custSel modSld">
      <pc:chgData name="Harika Chamarthi" userId="fdee45086a1505de" providerId="LiveId" clId="{FC75DEFD-6AF6-4EA0-AD5B-B0955BD464D0}" dt="2026-04-14T15:14:28.583" v="185" actId="113"/>
      <pc:docMkLst>
        <pc:docMk/>
      </pc:docMkLst>
      <pc:sldChg chg="addSp delSp modSp mod modTransition modAnim">
        <pc:chgData name="Harika Chamarthi" userId="fdee45086a1505de" providerId="LiveId" clId="{FC75DEFD-6AF6-4EA0-AD5B-B0955BD464D0}" dt="2026-04-14T15:13:52.365" v="157"/>
        <pc:sldMkLst>
          <pc:docMk/>
          <pc:sldMk cId="2601863725" sldId="256"/>
        </pc:sldMkLst>
        <pc:picChg chg="add del mod">
          <ac:chgData name="Harika Chamarthi" userId="fdee45086a1505de" providerId="LiveId" clId="{FC75DEFD-6AF6-4EA0-AD5B-B0955BD464D0}" dt="2026-04-14T14:18:58.506" v="48" actId="478"/>
          <ac:picMkLst>
            <pc:docMk/>
            <pc:sldMk cId="2601863725" sldId="256"/>
            <ac:picMk id="5" creationId="{8481DE55-C22C-BA71-1E7F-6F85EC79E55B}"/>
          </ac:picMkLst>
        </pc:picChg>
        <pc:picChg chg="add del mod">
          <ac:chgData name="Harika Chamarthi" userId="fdee45086a1505de" providerId="LiveId" clId="{FC75DEFD-6AF6-4EA0-AD5B-B0955BD464D0}" dt="2026-04-14T14:18:13.910" v="47" actId="34818"/>
          <ac:picMkLst>
            <pc:docMk/>
            <pc:sldMk cId="2601863725" sldId="256"/>
            <ac:picMk id="6" creationId="{C1F0538B-A3C3-256E-63E8-7FF804A959B3}"/>
          </ac:picMkLst>
        </pc:picChg>
        <pc:picChg chg="add del mod">
          <ac:chgData name="Harika Chamarthi" userId="fdee45086a1505de" providerId="LiveId" clId="{FC75DEFD-6AF6-4EA0-AD5B-B0955BD464D0}" dt="2026-04-14T14:29:45.133" v="115"/>
          <ac:picMkLst>
            <pc:docMk/>
            <pc:sldMk cId="2601863725" sldId="256"/>
            <ac:picMk id="7" creationId="{42290CDF-4076-8204-0A60-64E78819997B}"/>
          </ac:picMkLst>
        </pc:picChg>
        <pc:picChg chg="add mod">
          <ac:chgData name="Harika Chamarthi" userId="fdee45086a1505de" providerId="LiveId" clId="{FC75DEFD-6AF6-4EA0-AD5B-B0955BD464D0}" dt="2026-04-14T14:28:34.103" v="110"/>
          <ac:picMkLst>
            <pc:docMk/>
            <pc:sldMk cId="2601863725" sldId="256"/>
            <ac:picMk id="8" creationId="{CA011A22-617F-0451-9C20-13D97B30C42A}"/>
          </ac:picMkLst>
        </pc:picChg>
        <pc:picChg chg="add del mod">
          <ac:chgData name="Harika Chamarthi" userId="fdee45086a1505de" providerId="LiveId" clId="{FC75DEFD-6AF6-4EA0-AD5B-B0955BD464D0}" dt="2026-04-14T14:28:57.595" v="114" actId="34307"/>
          <ac:picMkLst>
            <pc:docMk/>
            <pc:sldMk cId="2601863725" sldId="256"/>
            <ac:picMk id="9" creationId="{E07E1E44-3EC0-CA36-C364-237DB4E2793E}"/>
          </ac:picMkLst>
        </pc:picChg>
        <pc:picChg chg="add del mod">
          <ac:chgData name="Harika Chamarthi" userId="fdee45086a1505de" providerId="LiveId" clId="{FC75DEFD-6AF6-4EA0-AD5B-B0955BD464D0}" dt="2026-04-14T14:30:04.080" v="116"/>
          <ac:picMkLst>
            <pc:docMk/>
            <pc:sldMk cId="2601863725" sldId="256"/>
            <ac:picMk id="10" creationId="{CEDC9FEB-555D-9D6F-3C09-EFDEF4CB40FF}"/>
          </ac:picMkLst>
        </pc:picChg>
        <pc:picChg chg="add del mod">
          <ac:chgData name="Harika Chamarthi" userId="fdee45086a1505de" providerId="LiveId" clId="{FC75DEFD-6AF6-4EA0-AD5B-B0955BD464D0}" dt="2026-04-14T14:48:46.907" v="124"/>
          <ac:picMkLst>
            <pc:docMk/>
            <pc:sldMk cId="2601863725" sldId="256"/>
            <ac:picMk id="11" creationId="{89D64C1F-6D7B-F435-0778-60A416F402E4}"/>
          </ac:picMkLst>
        </pc:picChg>
        <pc:picChg chg="add del mod">
          <ac:chgData name="Harika Chamarthi" userId="fdee45086a1505de" providerId="LiveId" clId="{FC75DEFD-6AF6-4EA0-AD5B-B0955BD464D0}" dt="2026-04-14T14:49:40.182" v="126"/>
          <ac:picMkLst>
            <pc:docMk/>
            <pc:sldMk cId="2601863725" sldId="256"/>
            <ac:picMk id="12" creationId="{25C01151-B4B8-8AA6-3DBF-FF1178CD6A29}"/>
          </ac:picMkLst>
        </pc:picChg>
        <pc:picChg chg="add del mod ord">
          <ac:chgData name="Harika Chamarthi" userId="fdee45086a1505de" providerId="LiveId" clId="{FC75DEFD-6AF6-4EA0-AD5B-B0955BD464D0}" dt="2026-04-14T14:50:11.256" v="127"/>
          <ac:picMkLst>
            <pc:docMk/>
            <pc:sldMk cId="2601863725" sldId="256"/>
            <ac:picMk id="16" creationId="{FF9CC3B3-BB1D-4C54-800F-A0E23F9ED794}"/>
          </ac:picMkLst>
        </pc:picChg>
        <pc:picChg chg="add del mod">
          <ac:chgData name="Harika Chamarthi" userId="fdee45086a1505de" providerId="LiveId" clId="{FC75DEFD-6AF6-4EA0-AD5B-B0955BD464D0}" dt="2026-04-14T14:50:37.747" v="129"/>
          <ac:picMkLst>
            <pc:docMk/>
            <pc:sldMk cId="2601863725" sldId="256"/>
            <ac:picMk id="17" creationId="{A7644DF4-97BA-233A-5AB5-255387C56EF5}"/>
          </ac:picMkLst>
        </pc:picChg>
        <pc:picChg chg="add del mod ord">
          <ac:chgData name="Harika Chamarthi" userId="fdee45086a1505de" providerId="LiveId" clId="{FC75DEFD-6AF6-4EA0-AD5B-B0955BD464D0}" dt="2026-04-14T14:50:48.753" v="130"/>
          <ac:picMkLst>
            <pc:docMk/>
            <pc:sldMk cId="2601863725" sldId="256"/>
            <ac:picMk id="22" creationId="{F366515F-1F71-E4D1-A927-F6706055FC9C}"/>
          </ac:picMkLst>
        </pc:picChg>
        <pc:picChg chg="add del mod">
          <ac:chgData name="Harika Chamarthi" userId="fdee45086a1505de" providerId="LiveId" clId="{FC75DEFD-6AF6-4EA0-AD5B-B0955BD464D0}" dt="2026-04-14T14:51:48.961" v="132"/>
          <ac:picMkLst>
            <pc:docMk/>
            <pc:sldMk cId="2601863725" sldId="256"/>
            <ac:picMk id="23" creationId="{B9E9CD4F-2C27-7FB3-2D1A-179A83AC4A15}"/>
          </ac:picMkLst>
        </pc:picChg>
        <pc:picChg chg="add del mod ord">
          <ac:chgData name="Harika Chamarthi" userId="fdee45086a1505de" providerId="LiveId" clId="{FC75DEFD-6AF6-4EA0-AD5B-B0955BD464D0}" dt="2026-04-14T14:52:16.737" v="133"/>
          <ac:picMkLst>
            <pc:docMk/>
            <pc:sldMk cId="2601863725" sldId="256"/>
            <ac:picMk id="27" creationId="{AA9BD984-AB5B-D6FC-681B-AC8A30835572}"/>
          </ac:picMkLst>
        </pc:picChg>
        <pc:picChg chg="add del mod">
          <ac:chgData name="Harika Chamarthi" userId="fdee45086a1505de" providerId="LiveId" clId="{FC75DEFD-6AF6-4EA0-AD5B-B0955BD464D0}" dt="2026-04-14T14:53:21.631" v="135"/>
          <ac:picMkLst>
            <pc:docMk/>
            <pc:sldMk cId="2601863725" sldId="256"/>
            <ac:picMk id="28" creationId="{B9DA14F6-F7A8-7C87-77ED-812333F1823E}"/>
          </ac:picMkLst>
        </pc:picChg>
        <pc:picChg chg="add del mod ord">
          <ac:chgData name="Harika Chamarthi" userId="fdee45086a1505de" providerId="LiveId" clId="{FC75DEFD-6AF6-4EA0-AD5B-B0955BD464D0}" dt="2026-04-14T14:53:36.956" v="136"/>
          <ac:picMkLst>
            <pc:docMk/>
            <pc:sldMk cId="2601863725" sldId="256"/>
            <ac:picMk id="32" creationId="{20C2BB52-1CAC-8EDF-A07F-D4EDF721E929}"/>
          </ac:picMkLst>
        </pc:picChg>
        <pc:picChg chg="add del mod">
          <ac:chgData name="Harika Chamarthi" userId="fdee45086a1505de" providerId="LiveId" clId="{FC75DEFD-6AF6-4EA0-AD5B-B0955BD464D0}" dt="2026-04-14T14:53:42.528" v="138"/>
          <ac:picMkLst>
            <pc:docMk/>
            <pc:sldMk cId="2601863725" sldId="256"/>
            <ac:picMk id="33" creationId="{EC3F878F-0755-AC1A-4B83-2239E2AC5AB6}"/>
          </ac:picMkLst>
        </pc:picChg>
        <pc:picChg chg="add del mod ord">
          <ac:chgData name="Harika Chamarthi" userId="fdee45086a1505de" providerId="LiveId" clId="{FC75DEFD-6AF6-4EA0-AD5B-B0955BD464D0}" dt="2026-04-14T14:53:51.530" v="139"/>
          <ac:picMkLst>
            <pc:docMk/>
            <pc:sldMk cId="2601863725" sldId="256"/>
            <ac:picMk id="36" creationId="{CDBD385A-C79E-15F1-2C4B-757F91F243F8}"/>
          </ac:picMkLst>
        </pc:picChg>
        <pc:picChg chg="add del mod">
          <ac:chgData name="Harika Chamarthi" userId="fdee45086a1505de" providerId="LiveId" clId="{FC75DEFD-6AF6-4EA0-AD5B-B0955BD464D0}" dt="2026-04-14T14:54:03.924" v="141"/>
          <ac:picMkLst>
            <pc:docMk/>
            <pc:sldMk cId="2601863725" sldId="256"/>
            <ac:picMk id="37" creationId="{CFA5A3E5-477B-AE22-A987-10BC237D35DC}"/>
          </ac:picMkLst>
        </pc:picChg>
        <pc:picChg chg="add del mod ord">
          <ac:chgData name="Harika Chamarthi" userId="fdee45086a1505de" providerId="LiveId" clId="{FC75DEFD-6AF6-4EA0-AD5B-B0955BD464D0}" dt="2026-04-14T14:55:09.580" v="142"/>
          <ac:picMkLst>
            <pc:docMk/>
            <pc:sldMk cId="2601863725" sldId="256"/>
            <ac:picMk id="41" creationId="{1EC98838-FF85-6D80-B31D-1CAAA1FFD8B3}"/>
          </ac:picMkLst>
        </pc:picChg>
        <pc:picChg chg="add del mod">
          <ac:chgData name="Harika Chamarthi" userId="fdee45086a1505de" providerId="LiveId" clId="{FC75DEFD-6AF6-4EA0-AD5B-B0955BD464D0}" dt="2026-04-14T14:55:30.793" v="147"/>
          <ac:picMkLst>
            <pc:docMk/>
            <pc:sldMk cId="2601863725" sldId="256"/>
            <ac:picMk id="42" creationId="{E51B5BB8-63F6-4422-B72E-0B8135007E30}"/>
          </ac:picMkLst>
        </pc:picChg>
        <pc:picChg chg="add del mod ord">
          <ac:chgData name="Harika Chamarthi" userId="fdee45086a1505de" providerId="LiveId" clId="{FC75DEFD-6AF6-4EA0-AD5B-B0955BD464D0}" dt="2026-04-14T14:56:51.016" v="148"/>
          <ac:picMkLst>
            <pc:docMk/>
            <pc:sldMk cId="2601863725" sldId="256"/>
            <ac:picMk id="43" creationId="{FE802525-CD4D-1DC3-1EA8-C648D71EDF7B}"/>
          </ac:picMkLst>
        </pc:picChg>
        <pc:picChg chg="add del mod">
          <ac:chgData name="Harika Chamarthi" userId="fdee45086a1505de" providerId="LiveId" clId="{FC75DEFD-6AF6-4EA0-AD5B-B0955BD464D0}" dt="2026-04-14T14:56:55.146" v="155"/>
          <ac:picMkLst>
            <pc:docMk/>
            <pc:sldMk cId="2601863725" sldId="256"/>
            <ac:picMk id="44" creationId="{CCB9BE1C-3005-CE33-0E85-DDAB5A370B48}"/>
          </ac:picMkLst>
        </pc:picChg>
        <pc:picChg chg="add del mod ord">
          <ac:chgData name="Harika Chamarthi" userId="fdee45086a1505de" providerId="LiveId" clId="{FC75DEFD-6AF6-4EA0-AD5B-B0955BD464D0}" dt="2026-04-14T15:05:37.519" v="156"/>
          <ac:picMkLst>
            <pc:docMk/>
            <pc:sldMk cId="2601863725" sldId="256"/>
            <ac:picMk id="45" creationId="{E7808B43-8A5D-35F3-76E2-7934F3061250}"/>
          </ac:picMkLst>
        </pc:picChg>
        <pc:picChg chg="add del mod">
          <ac:chgData name="Harika Chamarthi" userId="fdee45086a1505de" providerId="LiveId" clId="{FC75DEFD-6AF6-4EA0-AD5B-B0955BD464D0}" dt="2026-04-14T15:13:52.365" v="157"/>
          <ac:picMkLst>
            <pc:docMk/>
            <pc:sldMk cId="2601863725" sldId="256"/>
            <ac:picMk id="46" creationId="{0BB4CA6D-A2A9-14E3-1D35-ADDF27A7A566}"/>
          </ac:picMkLst>
        </pc:picChg>
      </pc:sldChg>
      <pc:sldChg chg="addSp delSp modSp mod modTransition modAnim">
        <pc:chgData name="Harika Chamarthi" userId="fdee45086a1505de" providerId="LiveId" clId="{FC75DEFD-6AF6-4EA0-AD5B-B0955BD464D0}" dt="2026-04-14T15:13:52.365" v="157"/>
        <pc:sldMkLst>
          <pc:docMk/>
          <pc:sldMk cId="2773307809" sldId="257"/>
        </pc:sldMkLst>
        <pc:picChg chg="add del mod">
          <ac:chgData name="Harika Chamarthi" userId="fdee45086a1505de" providerId="LiveId" clId="{FC75DEFD-6AF6-4EA0-AD5B-B0955BD464D0}" dt="2026-04-14T14:21:10.112" v="62" actId="478"/>
          <ac:picMkLst>
            <pc:docMk/>
            <pc:sldMk cId="2773307809" sldId="257"/>
            <ac:picMk id="5" creationId="{B70E9BB3-0655-9D90-D852-89FF88B32154}"/>
          </ac:picMkLst>
        </pc:picChg>
        <pc:picChg chg="add del mod">
          <ac:chgData name="Harika Chamarthi" userId="fdee45086a1505de" providerId="LiveId" clId="{FC75DEFD-6AF6-4EA0-AD5B-B0955BD464D0}" dt="2026-04-14T14:17:21.577" v="36" actId="34819"/>
          <ac:picMkLst>
            <pc:docMk/>
            <pc:sldMk cId="2773307809" sldId="257"/>
            <ac:picMk id="6" creationId="{57F8240E-649D-2883-DF6A-D1C0007D0075}"/>
          </ac:picMkLst>
        </pc:picChg>
        <pc:picChg chg="add del mod">
          <ac:chgData name="Harika Chamarthi" userId="fdee45086a1505de" providerId="LiveId" clId="{FC75DEFD-6AF6-4EA0-AD5B-B0955BD464D0}" dt="2026-04-14T14:18:13.910" v="47" actId="34818"/>
          <ac:picMkLst>
            <pc:docMk/>
            <pc:sldMk cId="2773307809" sldId="257"/>
            <ac:picMk id="6" creationId="{D498E899-45B7-3E13-F891-708D1111562F}"/>
          </ac:picMkLst>
        </pc:picChg>
        <pc:picChg chg="add del mod">
          <ac:chgData name="Harika Chamarthi" userId="fdee45086a1505de" providerId="LiveId" clId="{FC75DEFD-6AF6-4EA0-AD5B-B0955BD464D0}" dt="2026-04-14T14:21:08.044" v="61" actId="478"/>
          <ac:picMkLst>
            <pc:docMk/>
            <pc:sldMk cId="2773307809" sldId="257"/>
            <ac:picMk id="7" creationId="{673339AB-146B-46A9-EBEF-DB936A4F2BFC}"/>
          </ac:picMkLst>
        </pc:picChg>
        <pc:picChg chg="add del mod">
          <ac:chgData name="Harika Chamarthi" userId="fdee45086a1505de" providerId="LiveId" clId="{FC75DEFD-6AF6-4EA0-AD5B-B0955BD464D0}" dt="2026-04-14T14:17:20.635" v="32" actId="34819"/>
          <ac:picMkLst>
            <pc:docMk/>
            <pc:sldMk cId="2773307809" sldId="257"/>
            <ac:picMk id="7" creationId="{DE38F0DC-B07A-0029-BBE2-55CC5594F7DA}"/>
          </ac:picMkLst>
        </pc:picChg>
        <pc:picChg chg="add del mod">
          <ac:chgData name="Harika Chamarthi" userId="fdee45086a1505de" providerId="LiveId" clId="{FC75DEFD-6AF6-4EA0-AD5B-B0955BD464D0}" dt="2026-04-14T14:55:09.580" v="142"/>
          <ac:picMkLst>
            <pc:docMk/>
            <pc:sldMk cId="2773307809" sldId="257"/>
            <ac:picMk id="8" creationId="{DE2EDD9E-7B6A-FFD6-F9CE-5FE18BDC8D51}"/>
          </ac:picMkLst>
        </pc:picChg>
        <pc:picChg chg="add mod">
          <ac:chgData name="Harika Chamarthi" userId="fdee45086a1505de" providerId="LiveId" clId="{FC75DEFD-6AF6-4EA0-AD5B-B0955BD464D0}" dt="2026-04-14T14:28:34.103" v="110"/>
          <ac:picMkLst>
            <pc:docMk/>
            <pc:sldMk cId="2773307809" sldId="257"/>
            <ac:picMk id="9" creationId="{F4FFC320-F601-C3E8-D24A-13A0B3584D25}"/>
          </ac:picMkLst>
        </pc:picChg>
        <pc:picChg chg="add del mod">
          <ac:chgData name="Harika Chamarthi" userId="fdee45086a1505de" providerId="LiveId" clId="{FC75DEFD-6AF6-4EA0-AD5B-B0955BD464D0}" dt="2026-04-14T14:55:30.793" v="147"/>
          <ac:picMkLst>
            <pc:docMk/>
            <pc:sldMk cId="2773307809" sldId="257"/>
            <ac:picMk id="10" creationId="{F7D98B96-E9EC-A734-C0C6-07BFF30B3C11}"/>
          </ac:picMkLst>
        </pc:picChg>
        <pc:picChg chg="add del mod ord">
          <ac:chgData name="Harika Chamarthi" userId="fdee45086a1505de" providerId="LiveId" clId="{FC75DEFD-6AF6-4EA0-AD5B-B0955BD464D0}" dt="2026-04-14T14:56:51.016" v="148"/>
          <ac:picMkLst>
            <pc:docMk/>
            <pc:sldMk cId="2773307809" sldId="257"/>
            <ac:picMk id="11" creationId="{DA5EF0A9-2A81-D75D-05BA-489FFA5D6A81}"/>
          </ac:picMkLst>
        </pc:picChg>
        <pc:picChg chg="add del mod">
          <ac:chgData name="Harika Chamarthi" userId="fdee45086a1505de" providerId="LiveId" clId="{FC75DEFD-6AF6-4EA0-AD5B-B0955BD464D0}" dt="2026-04-14T14:56:55.146" v="155"/>
          <ac:picMkLst>
            <pc:docMk/>
            <pc:sldMk cId="2773307809" sldId="257"/>
            <ac:picMk id="12" creationId="{A30CD1BF-65E1-7D88-C1DE-DC485C2AE5FD}"/>
          </ac:picMkLst>
        </pc:picChg>
        <pc:picChg chg="add del mod ord">
          <ac:chgData name="Harika Chamarthi" userId="fdee45086a1505de" providerId="LiveId" clId="{FC75DEFD-6AF6-4EA0-AD5B-B0955BD464D0}" dt="2026-04-14T15:05:37.519" v="156"/>
          <ac:picMkLst>
            <pc:docMk/>
            <pc:sldMk cId="2773307809" sldId="257"/>
            <ac:picMk id="13" creationId="{6A3FEFE4-4122-CEB8-9E99-0220E8035C2D}"/>
          </ac:picMkLst>
        </pc:picChg>
        <pc:picChg chg="add del mod">
          <ac:chgData name="Harika Chamarthi" userId="fdee45086a1505de" providerId="LiveId" clId="{FC75DEFD-6AF6-4EA0-AD5B-B0955BD464D0}" dt="2026-04-14T15:13:52.365" v="157"/>
          <ac:picMkLst>
            <pc:docMk/>
            <pc:sldMk cId="2773307809" sldId="257"/>
            <ac:picMk id="14" creationId="{2E8D4846-4CDB-8E57-31BC-8EDC116A6745}"/>
          </ac:picMkLst>
        </pc:picChg>
      </pc:sldChg>
      <pc:sldChg chg="addSp delSp modSp mod modTransition modAnim">
        <pc:chgData name="Harika Chamarthi" userId="fdee45086a1505de" providerId="LiveId" clId="{FC75DEFD-6AF6-4EA0-AD5B-B0955BD464D0}" dt="2026-04-14T15:13:52.365" v="157"/>
        <pc:sldMkLst>
          <pc:docMk/>
          <pc:sldMk cId="1821910987" sldId="258"/>
        </pc:sldMkLst>
        <pc:picChg chg="add del mod">
          <ac:chgData name="Harika Chamarthi" userId="fdee45086a1505de" providerId="LiveId" clId="{FC75DEFD-6AF6-4EA0-AD5B-B0955BD464D0}" dt="2026-04-14T14:21:14.292" v="64" actId="478"/>
          <ac:picMkLst>
            <pc:docMk/>
            <pc:sldMk cId="1821910987" sldId="258"/>
            <ac:picMk id="3" creationId="{F0FC0613-6574-3C4A-A6D4-19475E8E8AFA}"/>
          </ac:picMkLst>
        </pc:picChg>
        <pc:picChg chg="add del mod">
          <ac:chgData name="Harika Chamarthi" userId="fdee45086a1505de" providerId="LiveId" clId="{FC75DEFD-6AF6-4EA0-AD5B-B0955BD464D0}" dt="2026-04-14T14:18:13.910" v="47" actId="34818"/>
          <ac:picMkLst>
            <pc:docMk/>
            <pc:sldMk cId="1821910987" sldId="258"/>
            <ac:picMk id="4" creationId="{1BEAD016-FA97-F840-F569-6A7C97DD1E90}"/>
          </ac:picMkLst>
        </pc:picChg>
        <pc:picChg chg="add del mod">
          <ac:chgData name="Harika Chamarthi" userId="fdee45086a1505de" providerId="LiveId" clId="{FC75DEFD-6AF6-4EA0-AD5B-B0955BD464D0}" dt="2026-04-14T14:17:21.577" v="36" actId="34819"/>
          <ac:picMkLst>
            <pc:docMk/>
            <pc:sldMk cId="1821910987" sldId="258"/>
            <ac:picMk id="4" creationId="{61CC9923-9177-A549-BDAB-823262B909D5}"/>
          </ac:picMkLst>
        </pc:picChg>
        <pc:picChg chg="add del mod">
          <ac:chgData name="Harika Chamarthi" userId="fdee45086a1505de" providerId="LiveId" clId="{FC75DEFD-6AF6-4EA0-AD5B-B0955BD464D0}" dt="2026-04-14T14:17:20.635" v="32" actId="34819"/>
          <ac:picMkLst>
            <pc:docMk/>
            <pc:sldMk cId="1821910987" sldId="258"/>
            <ac:picMk id="6" creationId="{7350838D-7157-4A2B-C7D5-E8688A2019F5}"/>
          </ac:picMkLst>
        </pc:picChg>
        <pc:picChg chg="add del mod">
          <ac:chgData name="Harika Chamarthi" userId="fdee45086a1505de" providerId="LiveId" clId="{FC75DEFD-6AF6-4EA0-AD5B-B0955BD464D0}" dt="2026-04-14T14:21:12.561" v="63" actId="478"/>
          <ac:picMkLst>
            <pc:docMk/>
            <pc:sldMk cId="1821910987" sldId="258"/>
            <ac:picMk id="6" creationId="{EF650D32-7378-64AD-C7B9-2A3330D8D6D9}"/>
          </ac:picMkLst>
        </pc:picChg>
        <pc:picChg chg="add del mod">
          <ac:chgData name="Harika Chamarthi" userId="fdee45086a1505de" providerId="LiveId" clId="{FC75DEFD-6AF6-4EA0-AD5B-B0955BD464D0}" dt="2026-04-14T14:55:09.580" v="142"/>
          <ac:picMkLst>
            <pc:docMk/>
            <pc:sldMk cId="1821910987" sldId="258"/>
            <ac:picMk id="11" creationId="{506B865C-E40A-CF25-C4BA-CA4194E112B7}"/>
          </ac:picMkLst>
        </pc:picChg>
        <pc:picChg chg="add mod">
          <ac:chgData name="Harika Chamarthi" userId="fdee45086a1505de" providerId="LiveId" clId="{FC75DEFD-6AF6-4EA0-AD5B-B0955BD464D0}" dt="2026-04-14T14:28:34.103" v="110"/>
          <ac:picMkLst>
            <pc:docMk/>
            <pc:sldMk cId="1821910987" sldId="258"/>
            <ac:picMk id="12" creationId="{B9B51A3A-6C7B-51EB-14B3-D75E3723E67D}"/>
          </ac:picMkLst>
        </pc:picChg>
        <pc:picChg chg="add del mod">
          <ac:chgData name="Harika Chamarthi" userId="fdee45086a1505de" providerId="LiveId" clId="{FC75DEFD-6AF6-4EA0-AD5B-B0955BD464D0}" dt="2026-04-14T14:55:09.580" v="142"/>
          <ac:picMkLst>
            <pc:docMk/>
            <pc:sldMk cId="1821910987" sldId="258"/>
            <ac:picMk id="15" creationId="{5C8B8060-3AA7-A3C4-6E5E-9B3537C03AFD}"/>
          </ac:picMkLst>
        </pc:picChg>
        <pc:picChg chg="add del mod">
          <ac:chgData name="Harika Chamarthi" userId="fdee45086a1505de" providerId="LiveId" clId="{FC75DEFD-6AF6-4EA0-AD5B-B0955BD464D0}" dt="2026-04-14T14:55:30.793" v="147"/>
          <ac:picMkLst>
            <pc:docMk/>
            <pc:sldMk cId="1821910987" sldId="258"/>
            <ac:picMk id="16" creationId="{414A90CF-96B4-EACF-0CBA-61D35C49DF16}"/>
          </ac:picMkLst>
        </pc:picChg>
        <pc:picChg chg="add del mod">
          <ac:chgData name="Harika Chamarthi" userId="fdee45086a1505de" providerId="LiveId" clId="{FC75DEFD-6AF6-4EA0-AD5B-B0955BD464D0}" dt="2026-04-14T14:55:30.793" v="147"/>
          <ac:picMkLst>
            <pc:docMk/>
            <pc:sldMk cId="1821910987" sldId="258"/>
            <ac:picMk id="17" creationId="{ED278FA4-E13E-9E66-4001-897EAAFD81A0}"/>
          </ac:picMkLst>
        </pc:picChg>
        <pc:picChg chg="add del mod ord">
          <ac:chgData name="Harika Chamarthi" userId="fdee45086a1505de" providerId="LiveId" clId="{FC75DEFD-6AF6-4EA0-AD5B-B0955BD464D0}" dt="2026-04-14T14:56:51.016" v="148"/>
          <ac:picMkLst>
            <pc:docMk/>
            <pc:sldMk cId="1821910987" sldId="258"/>
            <ac:picMk id="24" creationId="{0FCACAC8-3B26-9AC1-22E6-FBC9E9918F85}"/>
          </ac:picMkLst>
        </pc:picChg>
        <pc:picChg chg="add del mod ord">
          <ac:chgData name="Harika Chamarthi" userId="fdee45086a1505de" providerId="LiveId" clId="{FC75DEFD-6AF6-4EA0-AD5B-B0955BD464D0}" dt="2026-04-14T14:56:51.016" v="148"/>
          <ac:picMkLst>
            <pc:docMk/>
            <pc:sldMk cId="1821910987" sldId="258"/>
            <ac:picMk id="25" creationId="{47513C79-2861-E5FE-6C83-AF4D64DA41D8}"/>
          </ac:picMkLst>
        </pc:picChg>
        <pc:picChg chg="add del mod">
          <ac:chgData name="Harika Chamarthi" userId="fdee45086a1505de" providerId="LiveId" clId="{FC75DEFD-6AF6-4EA0-AD5B-B0955BD464D0}" dt="2026-04-14T14:56:55.146" v="155"/>
          <ac:picMkLst>
            <pc:docMk/>
            <pc:sldMk cId="1821910987" sldId="258"/>
            <ac:picMk id="26" creationId="{4872BA1C-A1D1-8E74-1138-570673F6BA07}"/>
          </ac:picMkLst>
        </pc:picChg>
        <pc:picChg chg="add del mod">
          <ac:chgData name="Harika Chamarthi" userId="fdee45086a1505de" providerId="LiveId" clId="{FC75DEFD-6AF6-4EA0-AD5B-B0955BD464D0}" dt="2026-04-14T14:56:55.146" v="155"/>
          <ac:picMkLst>
            <pc:docMk/>
            <pc:sldMk cId="1821910987" sldId="258"/>
            <ac:picMk id="27" creationId="{4D101137-59D8-B8F4-6679-302AB107F835}"/>
          </ac:picMkLst>
        </pc:picChg>
        <pc:picChg chg="add del mod ord">
          <ac:chgData name="Harika Chamarthi" userId="fdee45086a1505de" providerId="LiveId" clId="{FC75DEFD-6AF6-4EA0-AD5B-B0955BD464D0}" dt="2026-04-14T15:05:37.519" v="156"/>
          <ac:picMkLst>
            <pc:docMk/>
            <pc:sldMk cId="1821910987" sldId="258"/>
            <ac:picMk id="28" creationId="{E63FC749-ECF5-E035-1290-680BE276725A}"/>
          </ac:picMkLst>
        </pc:picChg>
        <pc:picChg chg="add del mod ord">
          <ac:chgData name="Harika Chamarthi" userId="fdee45086a1505de" providerId="LiveId" clId="{FC75DEFD-6AF6-4EA0-AD5B-B0955BD464D0}" dt="2026-04-14T15:05:37.519" v="156"/>
          <ac:picMkLst>
            <pc:docMk/>
            <pc:sldMk cId="1821910987" sldId="258"/>
            <ac:picMk id="29" creationId="{38C1D663-E2BA-3A90-BA80-D1E31A29EACE}"/>
          </ac:picMkLst>
        </pc:picChg>
        <pc:picChg chg="add del mod">
          <ac:chgData name="Harika Chamarthi" userId="fdee45086a1505de" providerId="LiveId" clId="{FC75DEFD-6AF6-4EA0-AD5B-B0955BD464D0}" dt="2026-04-14T15:13:52.365" v="157"/>
          <ac:picMkLst>
            <pc:docMk/>
            <pc:sldMk cId="1821910987" sldId="258"/>
            <ac:picMk id="30" creationId="{56070D6F-F7FF-A21E-8706-AD0A73BE71F6}"/>
          </ac:picMkLst>
        </pc:picChg>
        <pc:picChg chg="add del mod">
          <ac:chgData name="Harika Chamarthi" userId="fdee45086a1505de" providerId="LiveId" clId="{FC75DEFD-6AF6-4EA0-AD5B-B0955BD464D0}" dt="2026-04-14T15:13:52.365" v="157"/>
          <ac:picMkLst>
            <pc:docMk/>
            <pc:sldMk cId="1821910987" sldId="258"/>
            <ac:picMk id="31" creationId="{DE51B631-05DF-FCCA-3E90-3B14B2CF2A8F}"/>
          </ac:picMkLst>
        </pc:picChg>
      </pc:sldChg>
      <pc:sldChg chg="addSp delSp modSp mod modTransition modAnim">
        <pc:chgData name="Harika Chamarthi" userId="fdee45086a1505de" providerId="LiveId" clId="{FC75DEFD-6AF6-4EA0-AD5B-B0955BD464D0}" dt="2026-04-14T15:13:52.365" v="157"/>
        <pc:sldMkLst>
          <pc:docMk/>
          <pc:sldMk cId="2906037578" sldId="259"/>
        </pc:sldMkLst>
        <pc:picChg chg="add del mod">
          <ac:chgData name="Harika Chamarthi" userId="fdee45086a1505de" providerId="LiveId" clId="{FC75DEFD-6AF6-4EA0-AD5B-B0955BD464D0}" dt="2026-04-14T14:21:34.750" v="68" actId="478"/>
          <ac:picMkLst>
            <pc:docMk/>
            <pc:sldMk cId="2906037578" sldId="259"/>
            <ac:picMk id="4" creationId="{459B124D-1E79-3806-9C3F-BF018ACD7470}"/>
          </ac:picMkLst>
        </pc:picChg>
        <pc:picChg chg="mod">
          <ac:chgData name="Harika Chamarthi" userId="fdee45086a1505de" providerId="LiveId" clId="{FC75DEFD-6AF6-4EA0-AD5B-B0955BD464D0}" dt="2026-04-14T14:42:27.979" v="123" actId="1035"/>
          <ac:picMkLst>
            <pc:docMk/>
            <pc:sldMk cId="2906037578" sldId="259"/>
            <ac:picMk id="5" creationId="{3DEF5C0C-ED12-CF76-0F68-45978CDBB074}"/>
          </ac:picMkLst>
        </pc:picChg>
        <pc:picChg chg="add del mod">
          <ac:chgData name="Harika Chamarthi" userId="fdee45086a1505de" providerId="LiveId" clId="{FC75DEFD-6AF6-4EA0-AD5B-B0955BD464D0}" dt="2026-04-14T14:18:13.910" v="47" actId="34818"/>
          <ac:picMkLst>
            <pc:docMk/>
            <pc:sldMk cId="2906037578" sldId="259"/>
            <ac:picMk id="6" creationId="{5C821568-E72D-722C-850C-851966463A32}"/>
          </ac:picMkLst>
        </pc:picChg>
        <pc:picChg chg="add del mod">
          <ac:chgData name="Harika Chamarthi" userId="fdee45086a1505de" providerId="LiveId" clId="{FC75DEFD-6AF6-4EA0-AD5B-B0955BD464D0}" dt="2026-04-14T14:17:21.577" v="36" actId="34819"/>
          <ac:picMkLst>
            <pc:docMk/>
            <pc:sldMk cId="2906037578" sldId="259"/>
            <ac:picMk id="6" creationId="{5D2F6155-ABD2-6BDB-1442-2FE3E1205C67}"/>
          </ac:picMkLst>
        </pc:picChg>
        <pc:picChg chg="add del mod">
          <ac:chgData name="Harika Chamarthi" userId="fdee45086a1505de" providerId="LiveId" clId="{FC75DEFD-6AF6-4EA0-AD5B-B0955BD464D0}" dt="2026-04-14T14:17:20.635" v="32" actId="34819"/>
          <ac:picMkLst>
            <pc:docMk/>
            <pc:sldMk cId="2906037578" sldId="259"/>
            <ac:picMk id="8" creationId="{D16FAA21-8085-F6A8-48BF-F31775E8BFDB}"/>
          </ac:picMkLst>
        </pc:picChg>
        <pc:picChg chg="add del mod">
          <ac:chgData name="Harika Chamarthi" userId="fdee45086a1505de" providerId="LiveId" clId="{FC75DEFD-6AF6-4EA0-AD5B-B0955BD464D0}" dt="2026-04-14T14:21:18.815" v="65" actId="478"/>
          <ac:picMkLst>
            <pc:docMk/>
            <pc:sldMk cId="2906037578" sldId="259"/>
            <ac:picMk id="8" creationId="{F772D15B-D86C-10C4-0636-9BBA42F47774}"/>
          </ac:picMkLst>
        </pc:picChg>
        <pc:picChg chg="add del mod">
          <ac:chgData name="Harika Chamarthi" userId="fdee45086a1505de" providerId="LiveId" clId="{FC75DEFD-6AF6-4EA0-AD5B-B0955BD464D0}" dt="2026-04-14T14:56:51.016" v="148"/>
          <ac:picMkLst>
            <pc:docMk/>
            <pc:sldMk cId="2906037578" sldId="259"/>
            <ac:picMk id="9" creationId="{FF89C7B8-73BE-766A-B043-31F03ABB6CF9}"/>
          </ac:picMkLst>
        </pc:picChg>
        <pc:picChg chg="add del mod">
          <ac:chgData name="Harika Chamarthi" userId="fdee45086a1505de" providerId="LiveId" clId="{FC75DEFD-6AF6-4EA0-AD5B-B0955BD464D0}" dt="2026-04-14T14:56:51.016" v="148"/>
          <ac:picMkLst>
            <pc:docMk/>
            <pc:sldMk cId="2906037578" sldId="259"/>
            <ac:picMk id="11" creationId="{D6765932-04A7-4419-45F0-5DC13FF3BF70}"/>
          </ac:picMkLst>
        </pc:picChg>
        <pc:picChg chg="add del mod">
          <ac:chgData name="Harika Chamarthi" userId="fdee45086a1505de" providerId="LiveId" clId="{FC75DEFD-6AF6-4EA0-AD5B-B0955BD464D0}" dt="2026-04-14T14:56:55.146" v="155"/>
          <ac:picMkLst>
            <pc:docMk/>
            <pc:sldMk cId="2906037578" sldId="259"/>
            <ac:picMk id="12" creationId="{92D8767D-7A43-FEB5-B160-9E73B4F56918}"/>
          </ac:picMkLst>
        </pc:picChg>
        <pc:picChg chg="add del mod">
          <ac:chgData name="Harika Chamarthi" userId="fdee45086a1505de" providerId="LiveId" clId="{FC75DEFD-6AF6-4EA0-AD5B-B0955BD464D0}" dt="2026-04-14T14:56:55.146" v="155"/>
          <ac:picMkLst>
            <pc:docMk/>
            <pc:sldMk cId="2906037578" sldId="259"/>
            <ac:picMk id="13" creationId="{AB8C80E8-DF92-A067-00FA-1C115CD5563C}"/>
          </ac:picMkLst>
        </pc:picChg>
        <pc:picChg chg="add del mod ord">
          <ac:chgData name="Harika Chamarthi" userId="fdee45086a1505de" providerId="LiveId" clId="{FC75DEFD-6AF6-4EA0-AD5B-B0955BD464D0}" dt="2026-04-14T15:05:37.519" v="156"/>
          <ac:picMkLst>
            <pc:docMk/>
            <pc:sldMk cId="2906037578" sldId="259"/>
            <ac:picMk id="18" creationId="{4C9E1268-5E36-EF35-2195-2DAC65A7B171}"/>
          </ac:picMkLst>
        </pc:picChg>
        <pc:picChg chg="add del mod ord">
          <ac:chgData name="Harika Chamarthi" userId="fdee45086a1505de" providerId="LiveId" clId="{FC75DEFD-6AF6-4EA0-AD5B-B0955BD464D0}" dt="2026-04-14T15:05:37.519" v="156"/>
          <ac:picMkLst>
            <pc:docMk/>
            <pc:sldMk cId="2906037578" sldId="259"/>
            <ac:picMk id="19" creationId="{950006CB-06C3-A9C8-E8A4-8AED023D471E}"/>
          </ac:picMkLst>
        </pc:picChg>
        <pc:picChg chg="add del mod">
          <ac:chgData name="Harika Chamarthi" userId="fdee45086a1505de" providerId="LiveId" clId="{FC75DEFD-6AF6-4EA0-AD5B-B0955BD464D0}" dt="2026-04-14T15:13:52.365" v="157"/>
          <ac:picMkLst>
            <pc:docMk/>
            <pc:sldMk cId="2906037578" sldId="259"/>
            <ac:picMk id="20" creationId="{6705EB39-692C-AF2F-8339-8A6E3EDE89D7}"/>
          </ac:picMkLst>
        </pc:picChg>
        <pc:picChg chg="add del mod">
          <ac:chgData name="Harika Chamarthi" userId="fdee45086a1505de" providerId="LiveId" clId="{FC75DEFD-6AF6-4EA0-AD5B-B0955BD464D0}" dt="2026-04-14T15:13:52.365" v="157"/>
          <ac:picMkLst>
            <pc:docMk/>
            <pc:sldMk cId="2906037578" sldId="259"/>
            <ac:picMk id="21" creationId="{904C6E97-2EC8-3293-0A71-C6935E3C90F3}"/>
          </ac:picMkLst>
        </pc:picChg>
      </pc:sldChg>
      <pc:sldChg chg="addSp delSp modSp mod modTransition modAnim">
        <pc:chgData name="Harika Chamarthi" userId="fdee45086a1505de" providerId="LiveId" clId="{FC75DEFD-6AF6-4EA0-AD5B-B0955BD464D0}" dt="2026-04-14T15:13:52.365" v="157"/>
        <pc:sldMkLst>
          <pc:docMk/>
          <pc:sldMk cId="212392703" sldId="260"/>
        </pc:sldMkLst>
        <pc:picChg chg="add del mod">
          <ac:chgData name="Harika Chamarthi" userId="fdee45086a1505de" providerId="LiveId" clId="{FC75DEFD-6AF6-4EA0-AD5B-B0955BD464D0}" dt="2026-04-14T14:21:44.411" v="70" actId="478"/>
          <ac:picMkLst>
            <pc:docMk/>
            <pc:sldMk cId="212392703" sldId="260"/>
            <ac:picMk id="4" creationId="{EB22678F-C102-F0DD-E437-8525D0772438}"/>
          </ac:picMkLst>
        </pc:picChg>
        <pc:picChg chg="add del mod">
          <ac:chgData name="Harika Chamarthi" userId="fdee45086a1505de" providerId="LiveId" clId="{FC75DEFD-6AF6-4EA0-AD5B-B0955BD464D0}" dt="2026-04-14T14:18:13.910" v="47" actId="34818"/>
          <ac:picMkLst>
            <pc:docMk/>
            <pc:sldMk cId="212392703" sldId="260"/>
            <ac:picMk id="5" creationId="{29AE5FB9-7512-9BEE-8878-65BC1EB67153}"/>
          </ac:picMkLst>
        </pc:picChg>
        <pc:picChg chg="add del mod">
          <ac:chgData name="Harika Chamarthi" userId="fdee45086a1505de" providerId="LiveId" clId="{FC75DEFD-6AF6-4EA0-AD5B-B0955BD464D0}" dt="2026-04-14T14:17:21.577" v="36" actId="34819"/>
          <ac:picMkLst>
            <pc:docMk/>
            <pc:sldMk cId="212392703" sldId="260"/>
            <ac:picMk id="5" creationId="{39DFA0CB-5B86-1D97-A479-F0039C7DA99C}"/>
          </ac:picMkLst>
        </pc:picChg>
        <pc:picChg chg="add del mod">
          <ac:chgData name="Harika Chamarthi" userId="fdee45086a1505de" providerId="LiveId" clId="{FC75DEFD-6AF6-4EA0-AD5B-B0955BD464D0}" dt="2026-04-14T14:21:42.826" v="69" actId="478"/>
          <ac:picMkLst>
            <pc:docMk/>
            <pc:sldMk cId="212392703" sldId="260"/>
            <ac:picMk id="6" creationId="{2ADD88F4-A1C0-28AB-8F94-AB1739444298}"/>
          </ac:picMkLst>
        </pc:picChg>
        <pc:picChg chg="add del mod">
          <ac:chgData name="Harika Chamarthi" userId="fdee45086a1505de" providerId="LiveId" clId="{FC75DEFD-6AF6-4EA0-AD5B-B0955BD464D0}" dt="2026-04-14T14:17:20.635" v="32" actId="34819"/>
          <ac:picMkLst>
            <pc:docMk/>
            <pc:sldMk cId="212392703" sldId="260"/>
            <ac:picMk id="6" creationId="{90B65A6D-EF70-D4E8-E99A-806CD9AEEC04}"/>
          </ac:picMkLst>
        </pc:picChg>
        <pc:picChg chg="add del mod">
          <ac:chgData name="Harika Chamarthi" userId="fdee45086a1505de" providerId="LiveId" clId="{FC75DEFD-6AF6-4EA0-AD5B-B0955BD464D0}" dt="2026-04-14T15:05:37.519" v="156"/>
          <ac:picMkLst>
            <pc:docMk/>
            <pc:sldMk cId="212392703" sldId="260"/>
            <ac:picMk id="7" creationId="{04E361F3-3F9F-1F18-7D4A-8C8B5DE79026}"/>
          </ac:picMkLst>
        </pc:picChg>
        <pc:picChg chg="add del mod">
          <ac:chgData name="Harika Chamarthi" userId="fdee45086a1505de" providerId="LiveId" clId="{FC75DEFD-6AF6-4EA0-AD5B-B0955BD464D0}" dt="2026-04-14T15:05:37.519" v="156"/>
          <ac:picMkLst>
            <pc:docMk/>
            <pc:sldMk cId="212392703" sldId="260"/>
            <ac:picMk id="8" creationId="{049FE54D-BFA0-9FBC-2740-13A1AF2AC342}"/>
          </ac:picMkLst>
        </pc:picChg>
        <pc:picChg chg="add del mod">
          <ac:chgData name="Harika Chamarthi" userId="fdee45086a1505de" providerId="LiveId" clId="{FC75DEFD-6AF6-4EA0-AD5B-B0955BD464D0}" dt="2026-04-14T15:13:52.365" v="157"/>
          <ac:picMkLst>
            <pc:docMk/>
            <pc:sldMk cId="212392703" sldId="260"/>
            <ac:picMk id="9" creationId="{BBDE074C-98AA-BCD6-9CB5-BD0AFCCE6FA7}"/>
          </ac:picMkLst>
        </pc:picChg>
        <pc:picChg chg="add del mod">
          <ac:chgData name="Harika Chamarthi" userId="fdee45086a1505de" providerId="LiveId" clId="{FC75DEFD-6AF6-4EA0-AD5B-B0955BD464D0}" dt="2026-04-14T15:13:52.365" v="157"/>
          <ac:picMkLst>
            <pc:docMk/>
            <pc:sldMk cId="212392703" sldId="260"/>
            <ac:picMk id="10" creationId="{9DF7772A-51C8-1B0F-769F-EECD24C0A62D}"/>
          </ac:picMkLst>
        </pc:picChg>
      </pc:sldChg>
      <pc:sldChg chg="addSp delSp modSp mod modTransition modAnim">
        <pc:chgData name="Harika Chamarthi" userId="fdee45086a1505de" providerId="LiveId" clId="{FC75DEFD-6AF6-4EA0-AD5B-B0955BD464D0}" dt="2026-04-14T15:13:52.365" v="157"/>
        <pc:sldMkLst>
          <pc:docMk/>
          <pc:sldMk cId="2775706767" sldId="261"/>
        </pc:sldMkLst>
        <pc:picChg chg="add del mod">
          <ac:chgData name="Harika Chamarthi" userId="fdee45086a1505de" providerId="LiveId" clId="{FC75DEFD-6AF6-4EA0-AD5B-B0955BD464D0}" dt="2026-04-14T14:21:48.210" v="72" actId="478"/>
          <ac:picMkLst>
            <pc:docMk/>
            <pc:sldMk cId="2775706767" sldId="261"/>
            <ac:picMk id="4" creationId="{4792372D-6A6C-95AC-CA42-2CD925D840F1}"/>
          </ac:picMkLst>
        </pc:picChg>
        <pc:picChg chg="add del mod">
          <ac:chgData name="Harika Chamarthi" userId="fdee45086a1505de" providerId="LiveId" clId="{FC75DEFD-6AF6-4EA0-AD5B-B0955BD464D0}" dt="2026-04-14T14:17:21.577" v="36" actId="34819"/>
          <ac:picMkLst>
            <pc:docMk/>
            <pc:sldMk cId="2775706767" sldId="261"/>
            <ac:picMk id="6" creationId="{013317F0-6F89-8767-FB8A-7664BE32A79A}"/>
          </ac:picMkLst>
        </pc:picChg>
        <pc:picChg chg="add del mod">
          <ac:chgData name="Harika Chamarthi" userId="fdee45086a1505de" providerId="LiveId" clId="{FC75DEFD-6AF6-4EA0-AD5B-B0955BD464D0}" dt="2026-04-14T14:18:13.910" v="47" actId="34818"/>
          <ac:picMkLst>
            <pc:docMk/>
            <pc:sldMk cId="2775706767" sldId="261"/>
            <ac:picMk id="6" creationId="{44B6B692-B35B-DB14-0B25-762BF6C63ED8}"/>
          </ac:picMkLst>
        </pc:picChg>
        <pc:picChg chg="add del mod">
          <ac:chgData name="Harika Chamarthi" userId="fdee45086a1505de" providerId="LiveId" clId="{FC75DEFD-6AF6-4EA0-AD5B-B0955BD464D0}" dt="2026-04-14T14:17:20.635" v="32" actId="34819"/>
          <ac:picMkLst>
            <pc:docMk/>
            <pc:sldMk cId="2775706767" sldId="261"/>
            <ac:picMk id="9" creationId="{1CED0B81-E3AA-C211-39AE-C2F3599DFD6A}"/>
          </ac:picMkLst>
        </pc:picChg>
        <pc:picChg chg="add del mod">
          <ac:chgData name="Harika Chamarthi" userId="fdee45086a1505de" providerId="LiveId" clId="{FC75DEFD-6AF6-4EA0-AD5B-B0955BD464D0}" dt="2026-04-14T14:21:46.561" v="71" actId="478"/>
          <ac:picMkLst>
            <pc:docMk/>
            <pc:sldMk cId="2775706767" sldId="261"/>
            <ac:picMk id="9" creationId="{2A7F047A-981F-BCCC-6003-B6570537902C}"/>
          </ac:picMkLst>
        </pc:picChg>
        <pc:picChg chg="add del mod">
          <ac:chgData name="Harika Chamarthi" userId="fdee45086a1505de" providerId="LiveId" clId="{FC75DEFD-6AF6-4EA0-AD5B-B0955BD464D0}" dt="2026-04-14T15:05:37.519" v="156"/>
          <ac:picMkLst>
            <pc:docMk/>
            <pc:sldMk cId="2775706767" sldId="261"/>
            <ac:picMk id="10" creationId="{F2405BB3-3C15-9E5B-0556-CEE2DFDCF691}"/>
          </ac:picMkLst>
        </pc:picChg>
        <pc:picChg chg="add del mod">
          <ac:chgData name="Harika Chamarthi" userId="fdee45086a1505de" providerId="LiveId" clId="{FC75DEFD-6AF6-4EA0-AD5B-B0955BD464D0}" dt="2026-04-14T15:05:37.519" v="156"/>
          <ac:picMkLst>
            <pc:docMk/>
            <pc:sldMk cId="2775706767" sldId="261"/>
            <ac:picMk id="11" creationId="{DDF20EAB-7CB1-70B1-1345-2151C10A1311}"/>
          </ac:picMkLst>
        </pc:picChg>
        <pc:picChg chg="add del mod">
          <ac:chgData name="Harika Chamarthi" userId="fdee45086a1505de" providerId="LiveId" clId="{FC75DEFD-6AF6-4EA0-AD5B-B0955BD464D0}" dt="2026-04-14T15:13:52.365" v="157"/>
          <ac:picMkLst>
            <pc:docMk/>
            <pc:sldMk cId="2775706767" sldId="261"/>
            <ac:picMk id="12" creationId="{93EFD1CA-CE7D-0722-8030-15E75F2CA90E}"/>
          </ac:picMkLst>
        </pc:picChg>
        <pc:picChg chg="add del mod">
          <ac:chgData name="Harika Chamarthi" userId="fdee45086a1505de" providerId="LiveId" clId="{FC75DEFD-6AF6-4EA0-AD5B-B0955BD464D0}" dt="2026-04-14T15:13:52.365" v="157"/>
          <ac:picMkLst>
            <pc:docMk/>
            <pc:sldMk cId="2775706767" sldId="261"/>
            <ac:picMk id="13" creationId="{EB860DB4-4AFD-481D-1BCD-E8608B1E8BE9}"/>
          </ac:picMkLst>
        </pc:picChg>
      </pc:sldChg>
      <pc:sldChg chg="addSp delSp modSp mod modTransition modAnim">
        <pc:chgData name="Harika Chamarthi" userId="fdee45086a1505de" providerId="LiveId" clId="{FC75DEFD-6AF6-4EA0-AD5B-B0955BD464D0}" dt="2026-04-14T15:13:52.365" v="157"/>
        <pc:sldMkLst>
          <pc:docMk/>
          <pc:sldMk cId="1074889633" sldId="262"/>
        </pc:sldMkLst>
        <pc:picChg chg="add del mod">
          <ac:chgData name="Harika Chamarthi" userId="fdee45086a1505de" providerId="LiveId" clId="{FC75DEFD-6AF6-4EA0-AD5B-B0955BD464D0}" dt="2026-04-14T14:21:51.864" v="74" actId="478"/>
          <ac:picMkLst>
            <pc:docMk/>
            <pc:sldMk cId="1074889633" sldId="262"/>
            <ac:picMk id="4" creationId="{5C83993D-0B26-103A-C1D6-69B2F588E82E}"/>
          </ac:picMkLst>
        </pc:picChg>
        <pc:picChg chg="add del mod">
          <ac:chgData name="Harika Chamarthi" userId="fdee45086a1505de" providerId="LiveId" clId="{FC75DEFD-6AF6-4EA0-AD5B-B0955BD464D0}" dt="2026-04-14T14:17:21.577" v="36" actId="34819"/>
          <ac:picMkLst>
            <pc:docMk/>
            <pc:sldMk cId="1074889633" sldId="262"/>
            <ac:picMk id="5" creationId="{32A2BD34-BA4B-B810-6DBD-21941246D04B}"/>
          </ac:picMkLst>
        </pc:picChg>
        <pc:picChg chg="add del mod">
          <ac:chgData name="Harika Chamarthi" userId="fdee45086a1505de" providerId="LiveId" clId="{FC75DEFD-6AF6-4EA0-AD5B-B0955BD464D0}" dt="2026-04-14T14:18:13.910" v="47" actId="34818"/>
          <ac:picMkLst>
            <pc:docMk/>
            <pc:sldMk cId="1074889633" sldId="262"/>
            <ac:picMk id="5" creationId="{71D89E23-150D-E9E8-AFC8-8E3A2EBD4585}"/>
          </ac:picMkLst>
        </pc:picChg>
        <pc:picChg chg="add del mod">
          <ac:chgData name="Harika Chamarthi" userId="fdee45086a1505de" providerId="LiveId" clId="{FC75DEFD-6AF6-4EA0-AD5B-B0955BD464D0}" dt="2026-04-14T14:21:50.259" v="73" actId="478"/>
          <ac:picMkLst>
            <pc:docMk/>
            <pc:sldMk cId="1074889633" sldId="262"/>
            <ac:picMk id="8" creationId="{07B41A90-663D-DE3C-E671-A5DB567313B0}"/>
          </ac:picMkLst>
        </pc:picChg>
        <pc:picChg chg="add del mod">
          <ac:chgData name="Harika Chamarthi" userId="fdee45086a1505de" providerId="LiveId" clId="{FC75DEFD-6AF6-4EA0-AD5B-B0955BD464D0}" dt="2026-04-14T14:17:20.635" v="32" actId="34819"/>
          <ac:picMkLst>
            <pc:docMk/>
            <pc:sldMk cId="1074889633" sldId="262"/>
            <ac:picMk id="8" creationId="{E2E4C3ED-B371-163C-48D0-0D63508B7763}"/>
          </ac:picMkLst>
        </pc:picChg>
        <pc:picChg chg="add del mod">
          <ac:chgData name="Harika Chamarthi" userId="fdee45086a1505de" providerId="LiveId" clId="{FC75DEFD-6AF6-4EA0-AD5B-B0955BD464D0}" dt="2026-04-14T15:05:37.519" v="156"/>
          <ac:picMkLst>
            <pc:docMk/>
            <pc:sldMk cId="1074889633" sldId="262"/>
            <ac:picMk id="9" creationId="{EBCB79AF-00BF-67D3-2A7C-04BB0F3389CE}"/>
          </ac:picMkLst>
        </pc:picChg>
        <pc:picChg chg="add del mod">
          <ac:chgData name="Harika Chamarthi" userId="fdee45086a1505de" providerId="LiveId" clId="{FC75DEFD-6AF6-4EA0-AD5B-B0955BD464D0}" dt="2026-04-14T15:05:37.519" v="156"/>
          <ac:picMkLst>
            <pc:docMk/>
            <pc:sldMk cId="1074889633" sldId="262"/>
            <ac:picMk id="10" creationId="{9844A315-33FE-261D-328B-821C3A948588}"/>
          </ac:picMkLst>
        </pc:picChg>
        <pc:picChg chg="add del mod">
          <ac:chgData name="Harika Chamarthi" userId="fdee45086a1505de" providerId="LiveId" clId="{FC75DEFD-6AF6-4EA0-AD5B-B0955BD464D0}" dt="2026-04-14T15:13:52.365" v="157"/>
          <ac:picMkLst>
            <pc:docMk/>
            <pc:sldMk cId="1074889633" sldId="262"/>
            <ac:picMk id="11" creationId="{2E95B014-3464-6A5B-0EA8-3AC487D9BA29}"/>
          </ac:picMkLst>
        </pc:picChg>
        <pc:picChg chg="add del mod">
          <ac:chgData name="Harika Chamarthi" userId="fdee45086a1505de" providerId="LiveId" clId="{FC75DEFD-6AF6-4EA0-AD5B-B0955BD464D0}" dt="2026-04-14T15:13:52.365" v="157"/>
          <ac:picMkLst>
            <pc:docMk/>
            <pc:sldMk cId="1074889633" sldId="262"/>
            <ac:picMk id="12" creationId="{F2C22E83-8BB8-D747-4662-63D0AE14B958}"/>
          </ac:picMkLst>
        </pc:picChg>
      </pc:sldChg>
      <pc:sldChg chg="addSp delSp modSp mod modTransition modAnim">
        <pc:chgData name="Harika Chamarthi" userId="fdee45086a1505de" providerId="LiveId" clId="{FC75DEFD-6AF6-4EA0-AD5B-B0955BD464D0}" dt="2026-04-14T15:13:52.365" v="157"/>
        <pc:sldMkLst>
          <pc:docMk/>
          <pc:sldMk cId="1446776998" sldId="263"/>
        </pc:sldMkLst>
        <pc:picChg chg="add del mod">
          <ac:chgData name="Harika Chamarthi" userId="fdee45086a1505de" providerId="LiveId" clId="{FC75DEFD-6AF6-4EA0-AD5B-B0955BD464D0}" dt="2026-04-14T14:21:55.800" v="76" actId="478"/>
          <ac:picMkLst>
            <pc:docMk/>
            <pc:sldMk cId="1446776998" sldId="263"/>
            <ac:picMk id="4" creationId="{5F5A0C73-14F4-66F4-9C57-DCB80A7CE6DA}"/>
          </ac:picMkLst>
        </pc:picChg>
        <pc:picChg chg="add del mod">
          <ac:chgData name="Harika Chamarthi" userId="fdee45086a1505de" providerId="LiveId" clId="{FC75DEFD-6AF6-4EA0-AD5B-B0955BD464D0}" dt="2026-04-14T14:18:13.910" v="47" actId="34818"/>
          <ac:picMkLst>
            <pc:docMk/>
            <pc:sldMk cId="1446776998" sldId="263"/>
            <ac:picMk id="5" creationId="{5CBB893C-D289-4109-80F0-BBEB3BA53DAD}"/>
          </ac:picMkLst>
        </pc:picChg>
        <pc:picChg chg="add del mod">
          <ac:chgData name="Harika Chamarthi" userId="fdee45086a1505de" providerId="LiveId" clId="{FC75DEFD-6AF6-4EA0-AD5B-B0955BD464D0}" dt="2026-04-14T14:17:21.577" v="36" actId="34819"/>
          <ac:picMkLst>
            <pc:docMk/>
            <pc:sldMk cId="1446776998" sldId="263"/>
            <ac:picMk id="5" creationId="{88A4CC77-A57C-CCE1-082B-2A0EB7CAEEAF}"/>
          </ac:picMkLst>
        </pc:picChg>
        <pc:picChg chg="add del mod">
          <ac:chgData name="Harika Chamarthi" userId="fdee45086a1505de" providerId="LiveId" clId="{FC75DEFD-6AF6-4EA0-AD5B-B0955BD464D0}" dt="2026-04-14T14:17:20.635" v="32" actId="34819"/>
          <ac:picMkLst>
            <pc:docMk/>
            <pc:sldMk cId="1446776998" sldId="263"/>
            <ac:picMk id="6" creationId="{4CAFE932-DCA2-16E7-3BC9-79552AF51118}"/>
          </ac:picMkLst>
        </pc:picChg>
        <pc:picChg chg="add del mod">
          <ac:chgData name="Harika Chamarthi" userId="fdee45086a1505de" providerId="LiveId" clId="{FC75DEFD-6AF6-4EA0-AD5B-B0955BD464D0}" dt="2026-04-14T14:21:54.133" v="75" actId="478"/>
          <ac:picMkLst>
            <pc:docMk/>
            <pc:sldMk cId="1446776998" sldId="263"/>
            <ac:picMk id="6" creationId="{55E91F07-45E8-98E5-AAB6-3D9B980665C2}"/>
          </ac:picMkLst>
        </pc:picChg>
        <pc:picChg chg="add del mod">
          <ac:chgData name="Harika Chamarthi" userId="fdee45086a1505de" providerId="LiveId" clId="{FC75DEFD-6AF6-4EA0-AD5B-B0955BD464D0}" dt="2026-04-14T15:05:37.519" v="156"/>
          <ac:picMkLst>
            <pc:docMk/>
            <pc:sldMk cId="1446776998" sldId="263"/>
            <ac:picMk id="7" creationId="{FBA47C8D-5A73-7868-F8F5-597445BB95D2}"/>
          </ac:picMkLst>
        </pc:picChg>
        <pc:picChg chg="add del mod">
          <ac:chgData name="Harika Chamarthi" userId="fdee45086a1505de" providerId="LiveId" clId="{FC75DEFD-6AF6-4EA0-AD5B-B0955BD464D0}" dt="2026-04-14T15:05:37.519" v="156"/>
          <ac:picMkLst>
            <pc:docMk/>
            <pc:sldMk cId="1446776998" sldId="263"/>
            <ac:picMk id="8" creationId="{1E98D80D-923E-3884-380F-C09F11ABA8E6}"/>
          </ac:picMkLst>
        </pc:picChg>
        <pc:picChg chg="add del mod">
          <ac:chgData name="Harika Chamarthi" userId="fdee45086a1505de" providerId="LiveId" clId="{FC75DEFD-6AF6-4EA0-AD5B-B0955BD464D0}" dt="2026-04-14T15:13:52.365" v="157"/>
          <ac:picMkLst>
            <pc:docMk/>
            <pc:sldMk cId="1446776998" sldId="263"/>
            <ac:picMk id="9" creationId="{EC89C4A9-4452-9930-9316-CCE8F08899D0}"/>
          </ac:picMkLst>
        </pc:picChg>
        <pc:picChg chg="add del mod">
          <ac:chgData name="Harika Chamarthi" userId="fdee45086a1505de" providerId="LiveId" clId="{FC75DEFD-6AF6-4EA0-AD5B-B0955BD464D0}" dt="2026-04-14T15:13:52.365" v="157"/>
          <ac:picMkLst>
            <pc:docMk/>
            <pc:sldMk cId="1446776998" sldId="263"/>
            <ac:picMk id="10" creationId="{916C1216-EBCB-B290-4020-3A03DD728C67}"/>
          </ac:picMkLst>
        </pc:picChg>
      </pc:sldChg>
      <pc:sldChg chg="addSp delSp modSp mod modTransition modAnim">
        <pc:chgData name="Harika Chamarthi" userId="fdee45086a1505de" providerId="LiveId" clId="{FC75DEFD-6AF6-4EA0-AD5B-B0955BD464D0}" dt="2026-04-14T15:13:52.365" v="157"/>
        <pc:sldMkLst>
          <pc:docMk/>
          <pc:sldMk cId="1864993293" sldId="264"/>
        </pc:sldMkLst>
        <pc:picChg chg="add del mod">
          <ac:chgData name="Harika Chamarthi" userId="fdee45086a1505de" providerId="LiveId" clId="{FC75DEFD-6AF6-4EA0-AD5B-B0955BD464D0}" dt="2026-04-14T14:21:59.579" v="78" actId="478"/>
          <ac:picMkLst>
            <pc:docMk/>
            <pc:sldMk cId="1864993293" sldId="264"/>
            <ac:picMk id="4" creationId="{DA998C5D-141F-F828-4AD7-34F9CBD2700B}"/>
          </ac:picMkLst>
        </pc:picChg>
        <pc:picChg chg="add del mod">
          <ac:chgData name="Harika Chamarthi" userId="fdee45086a1505de" providerId="LiveId" clId="{FC75DEFD-6AF6-4EA0-AD5B-B0955BD464D0}" dt="2026-04-14T14:18:13.910" v="47" actId="34818"/>
          <ac:picMkLst>
            <pc:docMk/>
            <pc:sldMk cId="1864993293" sldId="264"/>
            <ac:picMk id="6" creationId="{5EACD17A-2A39-E63D-274C-6B488F3B83AD}"/>
          </ac:picMkLst>
        </pc:picChg>
        <pc:picChg chg="add del mod">
          <ac:chgData name="Harika Chamarthi" userId="fdee45086a1505de" providerId="LiveId" clId="{FC75DEFD-6AF6-4EA0-AD5B-B0955BD464D0}" dt="2026-04-14T14:17:21.577" v="36" actId="34819"/>
          <ac:picMkLst>
            <pc:docMk/>
            <pc:sldMk cId="1864993293" sldId="264"/>
            <ac:picMk id="6" creationId="{805BAD34-4E40-CC79-F1F7-84F649E9C3EF}"/>
          </ac:picMkLst>
        </pc:picChg>
        <pc:picChg chg="add del mod">
          <ac:chgData name="Harika Chamarthi" userId="fdee45086a1505de" providerId="LiveId" clId="{FC75DEFD-6AF6-4EA0-AD5B-B0955BD464D0}" dt="2026-04-14T14:17:20.635" v="32" actId="34819"/>
          <ac:picMkLst>
            <pc:docMk/>
            <pc:sldMk cId="1864993293" sldId="264"/>
            <ac:picMk id="9" creationId="{1696A789-05FA-72CD-01D0-571254CECD2D}"/>
          </ac:picMkLst>
        </pc:picChg>
        <pc:picChg chg="add del mod">
          <ac:chgData name="Harika Chamarthi" userId="fdee45086a1505de" providerId="LiveId" clId="{FC75DEFD-6AF6-4EA0-AD5B-B0955BD464D0}" dt="2026-04-14T14:21:57.891" v="77" actId="478"/>
          <ac:picMkLst>
            <pc:docMk/>
            <pc:sldMk cId="1864993293" sldId="264"/>
            <ac:picMk id="9" creationId="{2757CAE1-E3F5-2F4E-08B8-C9C5FBA34C35}"/>
          </ac:picMkLst>
        </pc:picChg>
        <pc:picChg chg="add del mod">
          <ac:chgData name="Harika Chamarthi" userId="fdee45086a1505de" providerId="LiveId" clId="{FC75DEFD-6AF6-4EA0-AD5B-B0955BD464D0}" dt="2026-04-14T15:05:37.519" v="156"/>
          <ac:picMkLst>
            <pc:docMk/>
            <pc:sldMk cId="1864993293" sldId="264"/>
            <ac:picMk id="10" creationId="{BEC336C4-F082-4E50-AF66-2E3889A4CAB2}"/>
          </ac:picMkLst>
        </pc:picChg>
        <pc:picChg chg="add del mod">
          <ac:chgData name="Harika Chamarthi" userId="fdee45086a1505de" providerId="LiveId" clId="{FC75DEFD-6AF6-4EA0-AD5B-B0955BD464D0}" dt="2026-04-14T15:05:37.519" v="156"/>
          <ac:picMkLst>
            <pc:docMk/>
            <pc:sldMk cId="1864993293" sldId="264"/>
            <ac:picMk id="11" creationId="{846AB1C2-EB4D-1EA9-C4A7-03E99DB6A4A8}"/>
          </ac:picMkLst>
        </pc:picChg>
        <pc:picChg chg="add del mod">
          <ac:chgData name="Harika Chamarthi" userId="fdee45086a1505de" providerId="LiveId" clId="{FC75DEFD-6AF6-4EA0-AD5B-B0955BD464D0}" dt="2026-04-14T15:13:52.365" v="157"/>
          <ac:picMkLst>
            <pc:docMk/>
            <pc:sldMk cId="1864993293" sldId="264"/>
            <ac:picMk id="12" creationId="{B38D8C35-D114-9065-01CD-EF4B1C0669EB}"/>
          </ac:picMkLst>
        </pc:picChg>
        <pc:picChg chg="add del mod">
          <ac:chgData name="Harika Chamarthi" userId="fdee45086a1505de" providerId="LiveId" clId="{FC75DEFD-6AF6-4EA0-AD5B-B0955BD464D0}" dt="2026-04-14T15:13:52.365" v="157"/>
          <ac:picMkLst>
            <pc:docMk/>
            <pc:sldMk cId="1864993293" sldId="264"/>
            <ac:picMk id="13" creationId="{94296305-941A-84E1-8A4C-5AF3AD75925E}"/>
          </ac:picMkLst>
        </pc:picChg>
      </pc:sldChg>
      <pc:sldChg chg="addSp delSp modSp mod modTransition modAnim">
        <pc:chgData name="Harika Chamarthi" userId="fdee45086a1505de" providerId="LiveId" clId="{FC75DEFD-6AF6-4EA0-AD5B-B0955BD464D0}" dt="2026-04-14T15:13:52.365" v="157"/>
        <pc:sldMkLst>
          <pc:docMk/>
          <pc:sldMk cId="3619697217" sldId="265"/>
        </pc:sldMkLst>
        <pc:picChg chg="add del mod">
          <ac:chgData name="Harika Chamarthi" userId="fdee45086a1505de" providerId="LiveId" clId="{FC75DEFD-6AF6-4EA0-AD5B-B0955BD464D0}" dt="2026-04-14T14:22:04.177" v="80" actId="478"/>
          <ac:picMkLst>
            <pc:docMk/>
            <pc:sldMk cId="3619697217" sldId="265"/>
            <ac:picMk id="4" creationId="{B2A80569-2D91-4DB8-DE47-D2C22D1E428B}"/>
          </ac:picMkLst>
        </pc:picChg>
        <pc:picChg chg="add del mod">
          <ac:chgData name="Harika Chamarthi" userId="fdee45086a1505de" providerId="LiveId" clId="{FC75DEFD-6AF6-4EA0-AD5B-B0955BD464D0}" dt="2026-04-14T14:17:21.577" v="36" actId="34819"/>
          <ac:picMkLst>
            <pc:docMk/>
            <pc:sldMk cId="3619697217" sldId="265"/>
            <ac:picMk id="7" creationId="{2A867AC2-BC10-705F-B56F-1A208E4A573D}"/>
          </ac:picMkLst>
        </pc:picChg>
        <pc:picChg chg="add del mod">
          <ac:chgData name="Harika Chamarthi" userId="fdee45086a1505de" providerId="LiveId" clId="{FC75DEFD-6AF6-4EA0-AD5B-B0955BD464D0}" dt="2026-04-14T14:18:13.910" v="47" actId="34818"/>
          <ac:picMkLst>
            <pc:docMk/>
            <pc:sldMk cId="3619697217" sldId="265"/>
            <ac:picMk id="7" creationId="{CE826497-CDCC-FC73-3285-E7FB7688CE79}"/>
          </ac:picMkLst>
        </pc:picChg>
        <pc:picChg chg="add del mod">
          <ac:chgData name="Harika Chamarthi" userId="fdee45086a1505de" providerId="LiveId" clId="{FC75DEFD-6AF6-4EA0-AD5B-B0955BD464D0}" dt="2026-04-14T14:22:02.964" v="79" actId="478"/>
          <ac:picMkLst>
            <pc:docMk/>
            <pc:sldMk cId="3619697217" sldId="265"/>
            <ac:picMk id="8" creationId="{454F215F-081A-CE65-701C-E49D5511DACD}"/>
          </ac:picMkLst>
        </pc:picChg>
        <pc:picChg chg="add del mod">
          <ac:chgData name="Harika Chamarthi" userId="fdee45086a1505de" providerId="LiveId" clId="{FC75DEFD-6AF6-4EA0-AD5B-B0955BD464D0}" dt="2026-04-14T14:17:20.635" v="32" actId="34819"/>
          <ac:picMkLst>
            <pc:docMk/>
            <pc:sldMk cId="3619697217" sldId="265"/>
            <ac:picMk id="8" creationId="{95FBC30F-7D1A-39F7-9F73-3976DDE16173}"/>
          </ac:picMkLst>
        </pc:picChg>
        <pc:picChg chg="add del mod">
          <ac:chgData name="Harika Chamarthi" userId="fdee45086a1505de" providerId="LiveId" clId="{FC75DEFD-6AF6-4EA0-AD5B-B0955BD464D0}" dt="2026-04-14T15:05:37.519" v="156"/>
          <ac:picMkLst>
            <pc:docMk/>
            <pc:sldMk cId="3619697217" sldId="265"/>
            <ac:picMk id="9" creationId="{22405410-02CC-1EA9-1E9F-1DFB57C4C874}"/>
          </ac:picMkLst>
        </pc:picChg>
        <pc:picChg chg="add del mod">
          <ac:chgData name="Harika Chamarthi" userId="fdee45086a1505de" providerId="LiveId" clId="{FC75DEFD-6AF6-4EA0-AD5B-B0955BD464D0}" dt="2026-04-14T15:05:37.519" v="156"/>
          <ac:picMkLst>
            <pc:docMk/>
            <pc:sldMk cId="3619697217" sldId="265"/>
            <ac:picMk id="10" creationId="{0473706D-81F8-A492-665C-4B02B01F4647}"/>
          </ac:picMkLst>
        </pc:picChg>
        <pc:picChg chg="add del mod">
          <ac:chgData name="Harika Chamarthi" userId="fdee45086a1505de" providerId="LiveId" clId="{FC75DEFD-6AF6-4EA0-AD5B-B0955BD464D0}" dt="2026-04-14T15:13:52.365" v="157"/>
          <ac:picMkLst>
            <pc:docMk/>
            <pc:sldMk cId="3619697217" sldId="265"/>
            <ac:picMk id="11" creationId="{5B6F6ECF-99A6-E3D2-A68C-FD5421CD263B}"/>
          </ac:picMkLst>
        </pc:picChg>
        <pc:picChg chg="add del mod">
          <ac:chgData name="Harika Chamarthi" userId="fdee45086a1505de" providerId="LiveId" clId="{FC75DEFD-6AF6-4EA0-AD5B-B0955BD464D0}" dt="2026-04-14T15:13:52.365" v="157"/>
          <ac:picMkLst>
            <pc:docMk/>
            <pc:sldMk cId="3619697217" sldId="265"/>
            <ac:picMk id="12" creationId="{A1E68D27-AA5F-C99C-724E-1A3BE792575F}"/>
          </ac:picMkLst>
        </pc:picChg>
      </pc:sldChg>
      <pc:sldChg chg="addSp delSp modSp mod modTransition modAnim">
        <pc:chgData name="Harika Chamarthi" userId="fdee45086a1505de" providerId="LiveId" clId="{FC75DEFD-6AF6-4EA0-AD5B-B0955BD464D0}" dt="2026-04-14T15:13:52.365" v="157"/>
        <pc:sldMkLst>
          <pc:docMk/>
          <pc:sldMk cId="1315060194" sldId="266"/>
        </pc:sldMkLst>
        <pc:picChg chg="add del mod">
          <ac:chgData name="Harika Chamarthi" userId="fdee45086a1505de" providerId="LiveId" clId="{FC75DEFD-6AF6-4EA0-AD5B-B0955BD464D0}" dt="2026-04-14T14:22:07.527" v="82" actId="478"/>
          <ac:picMkLst>
            <pc:docMk/>
            <pc:sldMk cId="1315060194" sldId="266"/>
            <ac:picMk id="4" creationId="{6A3CDE97-2831-EE24-00B6-448BF9A02D05}"/>
          </ac:picMkLst>
        </pc:picChg>
        <pc:picChg chg="add del mod">
          <ac:chgData name="Harika Chamarthi" userId="fdee45086a1505de" providerId="LiveId" clId="{FC75DEFD-6AF6-4EA0-AD5B-B0955BD464D0}" dt="2026-04-14T14:17:21.577" v="36" actId="34819"/>
          <ac:picMkLst>
            <pc:docMk/>
            <pc:sldMk cId="1315060194" sldId="266"/>
            <ac:picMk id="5" creationId="{08E9C695-44AF-6E92-5E49-5B9F84F65312}"/>
          </ac:picMkLst>
        </pc:picChg>
        <pc:picChg chg="add del mod">
          <ac:chgData name="Harika Chamarthi" userId="fdee45086a1505de" providerId="LiveId" clId="{FC75DEFD-6AF6-4EA0-AD5B-B0955BD464D0}" dt="2026-04-14T14:18:13.910" v="47" actId="34818"/>
          <ac:picMkLst>
            <pc:docMk/>
            <pc:sldMk cId="1315060194" sldId="266"/>
            <ac:picMk id="5" creationId="{E01A4A6D-DB80-7C20-C9C9-F50962C528B1}"/>
          </ac:picMkLst>
        </pc:picChg>
        <pc:picChg chg="add del mod">
          <ac:chgData name="Harika Chamarthi" userId="fdee45086a1505de" providerId="LiveId" clId="{FC75DEFD-6AF6-4EA0-AD5B-B0955BD464D0}" dt="2026-04-14T14:17:20.635" v="32" actId="34819"/>
          <ac:picMkLst>
            <pc:docMk/>
            <pc:sldMk cId="1315060194" sldId="266"/>
            <ac:picMk id="6" creationId="{05258658-0094-82A8-5544-BBE2F0385EFF}"/>
          </ac:picMkLst>
        </pc:picChg>
        <pc:picChg chg="add del mod">
          <ac:chgData name="Harika Chamarthi" userId="fdee45086a1505de" providerId="LiveId" clId="{FC75DEFD-6AF6-4EA0-AD5B-B0955BD464D0}" dt="2026-04-14T14:22:06.301" v="81" actId="478"/>
          <ac:picMkLst>
            <pc:docMk/>
            <pc:sldMk cId="1315060194" sldId="266"/>
            <ac:picMk id="6" creationId="{F5FBA2E1-155F-11C4-3ADA-9846F36DE3E7}"/>
          </ac:picMkLst>
        </pc:picChg>
        <pc:picChg chg="add del mod">
          <ac:chgData name="Harika Chamarthi" userId="fdee45086a1505de" providerId="LiveId" clId="{FC75DEFD-6AF6-4EA0-AD5B-B0955BD464D0}" dt="2026-04-14T15:05:37.519" v="156"/>
          <ac:picMkLst>
            <pc:docMk/>
            <pc:sldMk cId="1315060194" sldId="266"/>
            <ac:picMk id="7" creationId="{BEC0C215-035C-1BD5-1D55-9D1C291A3A7E}"/>
          </ac:picMkLst>
        </pc:picChg>
        <pc:picChg chg="add del mod">
          <ac:chgData name="Harika Chamarthi" userId="fdee45086a1505de" providerId="LiveId" clId="{FC75DEFD-6AF6-4EA0-AD5B-B0955BD464D0}" dt="2026-04-14T15:05:37.519" v="156"/>
          <ac:picMkLst>
            <pc:docMk/>
            <pc:sldMk cId="1315060194" sldId="266"/>
            <ac:picMk id="8" creationId="{17CEC0AE-4DBE-6206-E0C1-A8B40B46F135}"/>
          </ac:picMkLst>
        </pc:picChg>
        <pc:picChg chg="add del mod">
          <ac:chgData name="Harika Chamarthi" userId="fdee45086a1505de" providerId="LiveId" clId="{FC75DEFD-6AF6-4EA0-AD5B-B0955BD464D0}" dt="2026-04-14T15:13:52.365" v="157"/>
          <ac:picMkLst>
            <pc:docMk/>
            <pc:sldMk cId="1315060194" sldId="266"/>
            <ac:picMk id="9" creationId="{F1D247E4-A1F8-6D91-A737-F84C1FCA5BB9}"/>
          </ac:picMkLst>
        </pc:picChg>
        <pc:picChg chg="add del mod">
          <ac:chgData name="Harika Chamarthi" userId="fdee45086a1505de" providerId="LiveId" clId="{FC75DEFD-6AF6-4EA0-AD5B-B0955BD464D0}" dt="2026-04-14T15:13:52.365" v="157"/>
          <ac:picMkLst>
            <pc:docMk/>
            <pc:sldMk cId="1315060194" sldId="266"/>
            <ac:picMk id="10" creationId="{8600A1B2-0685-60B9-E264-7A6898B10F90}"/>
          </ac:picMkLst>
        </pc:picChg>
      </pc:sldChg>
      <pc:sldChg chg="addSp delSp modSp mod modTransition modAnim">
        <pc:chgData name="Harika Chamarthi" userId="fdee45086a1505de" providerId="LiveId" clId="{FC75DEFD-6AF6-4EA0-AD5B-B0955BD464D0}" dt="2026-04-14T15:13:52.365" v="157"/>
        <pc:sldMkLst>
          <pc:docMk/>
          <pc:sldMk cId="1940235179" sldId="267"/>
        </pc:sldMkLst>
        <pc:picChg chg="add del mod">
          <ac:chgData name="Harika Chamarthi" userId="fdee45086a1505de" providerId="LiveId" clId="{FC75DEFD-6AF6-4EA0-AD5B-B0955BD464D0}" dt="2026-04-14T14:22:12.257" v="84" actId="478"/>
          <ac:picMkLst>
            <pc:docMk/>
            <pc:sldMk cId="1940235179" sldId="267"/>
            <ac:picMk id="4" creationId="{D2A982E0-4A73-D115-8902-1BC2DCEFACF9}"/>
          </ac:picMkLst>
        </pc:picChg>
        <pc:picChg chg="add del mod">
          <ac:chgData name="Harika Chamarthi" userId="fdee45086a1505de" providerId="LiveId" clId="{FC75DEFD-6AF6-4EA0-AD5B-B0955BD464D0}" dt="2026-04-14T14:17:21.577" v="36" actId="34819"/>
          <ac:picMkLst>
            <pc:docMk/>
            <pc:sldMk cId="1940235179" sldId="267"/>
            <ac:picMk id="6" creationId="{B583C168-544B-D467-120C-007BF6DB1843}"/>
          </ac:picMkLst>
        </pc:picChg>
        <pc:picChg chg="add del mod">
          <ac:chgData name="Harika Chamarthi" userId="fdee45086a1505de" providerId="LiveId" clId="{FC75DEFD-6AF6-4EA0-AD5B-B0955BD464D0}" dt="2026-04-14T14:18:13.910" v="47" actId="34818"/>
          <ac:picMkLst>
            <pc:docMk/>
            <pc:sldMk cId="1940235179" sldId="267"/>
            <ac:picMk id="6" creationId="{F7A0A96D-B61A-88B6-962A-05A01878220E}"/>
          </ac:picMkLst>
        </pc:picChg>
        <pc:picChg chg="add del mod">
          <ac:chgData name="Harika Chamarthi" userId="fdee45086a1505de" providerId="LiveId" clId="{FC75DEFD-6AF6-4EA0-AD5B-B0955BD464D0}" dt="2026-04-14T14:17:20.635" v="32" actId="34819"/>
          <ac:picMkLst>
            <pc:docMk/>
            <pc:sldMk cId="1940235179" sldId="267"/>
            <ac:picMk id="9" creationId="{B3C4F4D3-169B-085D-D271-12BAF5632643}"/>
          </ac:picMkLst>
        </pc:picChg>
        <pc:picChg chg="add del mod">
          <ac:chgData name="Harika Chamarthi" userId="fdee45086a1505de" providerId="LiveId" clId="{FC75DEFD-6AF6-4EA0-AD5B-B0955BD464D0}" dt="2026-04-14T14:22:11.195" v="83" actId="478"/>
          <ac:picMkLst>
            <pc:docMk/>
            <pc:sldMk cId="1940235179" sldId="267"/>
            <ac:picMk id="9" creationId="{DBA22566-4AC6-4B37-DDF6-2B9BA4BD7681}"/>
          </ac:picMkLst>
        </pc:picChg>
        <pc:picChg chg="add del mod">
          <ac:chgData name="Harika Chamarthi" userId="fdee45086a1505de" providerId="LiveId" clId="{FC75DEFD-6AF6-4EA0-AD5B-B0955BD464D0}" dt="2026-04-14T15:05:37.519" v="156"/>
          <ac:picMkLst>
            <pc:docMk/>
            <pc:sldMk cId="1940235179" sldId="267"/>
            <ac:picMk id="10" creationId="{DBA329EE-77FE-5D53-BE6D-710E8B72E8E3}"/>
          </ac:picMkLst>
        </pc:picChg>
        <pc:picChg chg="add del mod">
          <ac:chgData name="Harika Chamarthi" userId="fdee45086a1505de" providerId="LiveId" clId="{FC75DEFD-6AF6-4EA0-AD5B-B0955BD464D0}" dt="2026-04-14T15:05:37.519" v="156"/>
          <ac:picMkLst>
            <pc:docMk/>
            <pc:sldMk cId="1940235179" sldId="267"/>
            <ac:picMk id="11" creationId="{DF21C1A2-3973-9826-4212-8C0A9A6647F0}"/>
          </ac:picMkLst>
        </pc:picChg>
        <pc:picChg chg="add del mod">
          <ac:chgData name="Harika Chamarthi" userId="fdee45086a1505de" providerId="LiveId" clId="{FC75DEFD-6AF6-4EA0-AD5B-B0955BD464D0}" dt="2026-04-14T15:13:52.365" v="157"/>
          <ac:picMkLst>
            <pc:docMk/>
            <pc:sldMk cId="1940235179" sldId="267"/>
            <ac:picMk id="12" creationId="{69246206-AB68-0585-7A81-E2491416A498}"/>
          </ac:picMkLst>
        </pc:picChg>
        <pc:picChg chg="add del mod">
          <ac:chgData name="Harika Chamarthi" userId="fdee45086a1505de" providerId="LiveId" clId="{FC75DEFD-6AF6-4EA0-AD5B-B0955BD464D0}" dt="2026-04-14T15:13:52.365" v="157"/>
          <ac:picMkLst>
            <pc:docMk/>
            <pc:sldMk cId="1940235179" sldId="267"/>
            <ac:picMk id="13" creationId="{306B4C24-648D-69C1-3271-D0FD0F6A4319}"/>
          </ac:picMkLst>
        </pc:picChg>
      </pc:sldChg>
      <pc:sldChg chg="addSp delSp modSp mod modTransition modAnim">
        <pc:chgData name="Harika Chamarthi" userId="fdee45086a1505de" providerId="LiveId" clId="{FC75DEFD-6AF6-4EA0-AD5B-B0955BD464D0}" dt="2026-04-14T15:13:52.365" v="157"/>
        <pc:sldMkLst>
          <pc:docMk/>
          <pc:sldMk cId="3005002062" sldId="268"/>
        </pc:sldMkLst>
        <pc:picChg chg="add del mod">
          <ac:chgData name="Harika Chamarthi" userId="fdee45086a1505de" providerId="LiveId" clId="{FC75DEFD-6AF6-4EA0-AD5B-B0955BD464D0}" dt="2026-04-14T14:22:15.365" v="86" actId="478"/>
          <ac:picMkLst>
            <pc:docMk/>
            <pc:sldMk cId="3005002062" sldId="268"/>
            <ac:picMk id="4" creationId="{3BA3C3C6-D44E-5AD5-E03E-47F936ED2A34}"/>
          </ac:picMkLst>
        </pc:picChg>
        <pc:picChg chg="add del mod">
          <ac:chgData name="Harika Chamarthi" userId="fdee45086a1505de" providerId="LiveId" clId="{FC75DEFD-6AF6-4EA0-AD5B-B0955BD464D0}" dt="2026-04-14T14:17:21.577" v="36" actId="34819"/>
          <ac:picMkLst>
            <pc:docMk/>
            <pc:sldMk cId="3005002062" sldId="268"/>
            <ac:picMk id="6" creationId="{904A121D-1335-D1B0-5398-480C32221B84}"/>
          </ac:picMkLst>
        </pc:picChg>
        <pc:picChg chg="add del mod">
          <ac:chgData name="Harika Chamarthi" userId="fdee45086a1505de" providerId="LiveId" clId="{FC75DEFD-6AF6-4EA0-AD5B-B0955BD464D0}" dt="2026-04-14T14:18:13.910" v="47" actId="34818"/>
          <ac:picMkLst>
            <pc:docMk/>
            <pc:sldMk cId="3005002062" sldId="268"/>
            <ac:picMk id="6" creationId="{A8C5F040-BBB7-2CFA-356F-7AA4768C6407}"/>
          </ac:picMkLst>
        </pc:picChg>
        <pc:picChg chg="add del mod">
          <ac:chgData name="Harika Chamarthi" userId="fdee45086a1505de" providerId="LiveId" clId="{FC75DEFD-6AF6-4EA0-AD5B-B0955BD464D0}" dt="2026-04-14T14:22:14.097" v="85" actId="478"/>
          <ac:picMkLst>
            <pc:docMk/>
            <pc:sldMk cId="3005002062" sldId="268"/>
            <ac:picMk id="9" creationId="{99CEB881-6A43-3290-ADE1-919A66657CDB}"/>
          </ac:picMkLst>
        </pc:picChg>
        <pc:picChg chg="add del mod">
          <ac:chgData name="Harika Chamarthi" userId="fdee45086a1505de" providerId="LiveId" clId="{FC75DEFD-6AF6-4EA0-AD5B-B0955BD464D0}" dt="2026-04-14T14:17:20.635" v="32" actId="34819"/>
          <ac:picMkLst>
            <pc:docMk/>
            <pc:sldMk cId="3005002062" sldId="268"/>
            <ac:picMk id="9" creationId="{B458C943-B619-3A18-0B99-3ECD75295D9F}"/>
          </ac:picMkLst>
        </pc:picChg>
        <pc:picChg chg="add del mod">
          <ac:chgData name="Harika Chamarthi" userId="fdee45086a1505de" providerId="LiveId" clId="{FC75DEFD-6AF6-4EA0-AD5B-B0955BD464D0}" dt="2026-04-14T15:05:37.519" v="156"/>
          <ac:picMkLst>
            <pc:docMk/>
            <pc:sldMk cId="3005002062" sldId="268"/>
            <ac:picMk id="10" creationId="{AF147C0C-2E4C-0786-9602-4938AD081AA0}"/>
          </ac:picMkLst>
        </pc:picChg>
        <pc:picChg chg="add del mod">
          <ac:chgData name="Harika Chamarthi" userId="fdee45086a1505de" providerId="LiveId" clId="{FC75DEFD-6AF6-4EA0-AD5B-B0955BD464D0}" dt="2026-04-14T15:05:37.519" v="156"/>
          <ac:picMkLst>
            <pc:docMk/>
            <pc:sldMk cId="3005002062" sldId="268"/>
            <ac:picMk id="11" creationId="{B70E1DA6-EA5E-C48B-C625-BAB78B021A5B}"/>
          </ac:picMkLst>
        </pc:picChg>
        <pc:picChg chg="add del mod">
          <ac:chgData name="Harika Chamarthi" userId="fdee45086a1505de" providerId="LiveId" clId="{FC75DEFD-6AF6-4EA0-AD5B-B0955BD464D0}" dt="2026-04-14T15:13:52.365" v="157"/>
          <ac:picMkLst>
            <pc:docMk/>
            <pc:sldMk cId="3005002062" sldId="268"/>
            <ac:picMk id="12" creationId="{4B8EC979-C702-57BF-241A-C6E7D78D124B}"/>
          </ac:picMkLst>
        </pc:picChg>
        <pc:picChg chg="add del mod">
          <ac:chgData name="Harika Chamarthi" userId="fdee45086a1505de" providerId="LiveId" clId="{FC75DEFD-6AF6-4EA0-AD5B-B0955BD464D0}" dt="2026-04-14T15:13:52.365" v="157"/>
          <ac:picMkLst>
            <pc:docMk/>
            <pc:sldMk cId="3005002062" sldId="268"/>
            <ac:picMk id="13" creationId="{5322877B-A52A-F0B0-3A88-AEDCD3699B14}"/>
          </ac:picMkLst>
        </pc:picChg>
      </pc:sldChg>
      <pc:sldChg chg="addSp delSp modSp mod modTransition modAnim">
        <pc:chgData name="Harika Chamarthi" userId="fdee45086a1505de" providerId="LiveId" clId="{FC75DEFD-6AF6-4EA0-AD5B-B0955BD464D0}" dt="2026-04-14T15:13:52.365" v="157"/>
        <pc:sldMkLst>
          <pc:docMk/>
          <pc:sldMk cId="2716732052" sldId="269"/>
        </pc:sldMkLst>
        <pc:picChg chg="add del mod">
          <ac:chgData name="Harika Chamarthi" userId="fdee45086a1505de" providerId="LiveId" clId="{FC75DEFD-6AF6-4EA0-AD5B-B0955BD464D0}" dt="2026-04-14T14:22:18.436" v="88" actId="478"/>
          <ac:picMkLst>
            <pc:docMk/>
            <pc:sldMk cId="2716732052" sldId="269"/>
            <ac:picMk id="4" creationId="{0842DB34-8ECB-9584-33DC-3E49E3E2CE16}"/>
          </ac:picMkLst>
        </pc:picChg>
        <pc:picChg chg="add del mod">
          <ac:chgData name="Harika Chamarthi" userId="fdee45086a1505de" providerId="LiveId" clId="{FC75DEFD-6AF6-4EA0-AD5B-B0955BD464D0}" dt="2026-04-14T14:17:21.577" v="36" actId="34819"/>
          <ac:picMkLst>
            <pc:docMk/>
            <pc:sldMk cId="2716732052" sldId="269"/>
            <ac:picMk id="5" creationId="{1DF522F5-19C2-4060-EEB3-2361FC356F4E}"/>
          </ac:picMkLst>
        </pc:picChg>
        <pc:picChg chg="add del mod">
          <ac:chgData name="Harika Chamarthi" userId="fdee45086a1505de" providerId="LiveId" clId="{FC75DEFD-6AF6-4EA0-AD5B-B0955BD464D0}" dt="2026-04-14T14:18:13.910" v="47" actId="34818"/>
          <ac:picMkLst>
            <pc:docMk/>
            <pc:sldMk cId="2716732052" sldId="269"/>
            <ac:picMk id="5" creationId="{F2CCD997-A095-9348-B9D0-8BA642319FC8}"/>
          </ac:picMkLst>
        </pc:picChg>
        <pc:picChg chg="add del mod">
          <ac:chgData name="Harika Chamarthi" userId="fdee45086a1505de" providerId="LiveId" clId="{FC75DEFD-6AF6-4EA0-AD5B-B0955BD464D0}" dt="2026-04-14T14:22:17.259" v="87" actId="478"/>
          <ac:picMkLst>
            <pc:docMk/>
            <pc:sldMk cId="2716732052" sldId="269"/>
            <ac:picMk id="6" creationId="{157231AC-6B46-855D-870F-05C4D3753047}"/>
          </ac:picMkLst>
        </pc:picChg>
        <pc:picChg chg="add del mod">
          <ac:chgData name="Harika Chamarthi" userId="fdee45086a1505de" providerId="LiveId" clId="{FC75DEFD-6AF6-4EA0-AD5B-B0955BD464D0}" dt="2026-04-14T14:17:20.635" v="32" actId="34819"/>
          <ac:picMkLst>
            <pc:docMk/>
            <pc:sldMk cId="2716732052" sldId="269"/>
            <ac:picMk id="6" creationId="{CA365929-4229-8E67-5FC9-0264E0260CA2}"/>
          </ac:picMkLst>
        </pc:picChg>
        <pc:picChg chg="add del mod">
          <ac:chgData name="Harika Chamarthi" userId="fdee45086a1505de" providerId="LiveId" clId="{FC75DEFD-6AF6-4EA0-AD5B-B0955BD464D0}" dt="2026-04-14T15:05:37.519" v="156"/>
          <ac:picMkLst>
            <pc:docMk/>
            <pc:sldMk cId="2716732052" sldId="269"/>
            <ac:picMk id="7" creationId="{A240FD0B-5734-EE95-5530-CFD14D699E75}"/>
          </ac:picMkLst>
        </pc:picChg>
        <pc:picChg chg="add del mod">
          <ac:chgData name="Harika Chamarthi" userId="fdee45086a1505de" providerId="LiveId" clId="{FC75DEFD-6AF6-4EA0-AD5B-B0955BD464D0}" dt="2026-04-14T15:05:37.519" v="156"/>
          <ac:picMkLst>
            <pc:docMk/>
            <pc:sldMk cId="2716732052" sldId="269"/>
            <ac:picMk id="8" creationId="{C2270093-92DB-BFFA-65BE-7024BED08092}"/>
          </ac:picMkLst>
        </pc:picChg>
        <pc:picChg chg="add del mod">
          <ac:chgData name="Harika Chamarthi" userId="fdee45086a1505de" providerId="LiveId" clId="{FC75DEFD-6AF6-4EA0-AD5B-B0955BD464D0}" dt="2026-04-14T15:13:52.365" v="157"/>
          <ac:picMkLst>
            <pc:docMk/>
            <pc:sldMk cId="2716732052" sldId="269"/>
            <ac:picMk id="9" creationId="{DDD0A80D-459E-0957-47AE-7858745B6158}"/>
          </ac:picMkLst>
        </pc:picChg>
        <pc:picChg chg="add del mod">
          <ac:chgData name="Harika Chamarthi" userId="fdee45086a1505de" providerId="LiveId" clId="{FC75DEFD-6AF6-4EA0-AD5B-B0955BD464D0}" dt="2026-04-14T15:13:52.365" v="157"/>
          <ac:picMkLst>
            <pc:docMk/>
            <pc:sldMk cId="2716732052" sldId="269"/>
            <ac:picMk id="10" creationId="{7F95E8EC-6A43-1B78-988E-367B43B24E38}"/>
          </ac:picMkLst>
        </pc:picChg>
      </pc:sldChg>
      <pc:sldChg chg="addSp delSp modSp mod modTransition modAnim">
        <pc:chgData name="Harika Chamarthi" userId="fdee45086a1505de" providerId="LiveId" clId="{FC75DEFD-6AF6-4EA0-AD5B-B0955BD464D0}" dt="2026-04-14T15:13:52.365" v="157"/>
        <pc:sldMkLst>
          <pc:docMk/>
          <pc:sldMk cId="3539556185" sldId="270"/>
        </pc:sldMkLst>
        <pc:picChg chg="add del mod">
          <ac:chgData name="Harika Chamarthi" userId="fdee45086a1505de" providerId="LiveId" clId="{FC75DEFD-6AF6-4EA0-AD5B-B0955BD464D0}" dt="2026-04-14T14:22:21.327" v="90" actId="478"/>
          <ac:picMkLst>
            <pc:docMk/>
            <pc:sldMk cId="3539556185" sldId="270"/>
            <ac:picMk id="4" creationId="{872F6C71-0916-7582-A3F0-3B5FD7001484}"/>
          </ac:picMkLst>
        </pc:picChg>
        <pc:picChg chg="add del mod">
          <ac:chgData name="Harika Chamarthi" userId="fdee45086a1505de" providerId="LiveId" clId="{FC75DEFD-6AF6-4EA0-AD5B-B0955BD464D0}" dt="2026-04-14T14:17:21.577" v="36" actId="34819"/>
          <ac:picMkLst>
            <pc:docMk/>
            <pc:sldMk cId="3539556185" sldId="270"/>
            <ac:picMk id="7" creationId="{4A79EB82-8BE8-FE9D-1BF8-4FAF23C0D8E5}"/>
          </ac:picMkLst>
        </pc:picChg>
        <pc:picChg chg="add del mod">
          <ac:chgData name="Harika Chamarthi" userId="fdee45086a1505de" providerId="LiveId" clId="{FC75DEFD-6AF6-4EA0-AD5B-B0955BD464D0}" dt="2026-04-14T14:18:13.910" v="47" actId="34818"/>
          <ac:picMkLst>
            <pc:docMk/>
            <pc:sldMk cId="3539556185" sldId="270"/>
            <ac:picMk id="7" creationId="{6D4D316F-6150-B6EC-89EB-C6DBA2B73B0B}"/>
          </ac:picMkLst>
        </pc:picChg>
        <pc:picChg chg="add del mod">
          <ac:chgData name="Harika Chamarthi" userId="fdee45086a1505de" providerId="LiveId" clId="{FC75DEFD-6AF6-4EA0-AD5B-B0955BD464D0}" dt="2026-04-14T14:22:20.153" v="89" actId="478"/>
          <ac:picMkLst>
            <pc:docMk/>
            <pc:sldMk cId="3539556185" sldId="270"/>
            <ac:picMk id="8" creationId="{CF7BB29C-6042-6872-51B5-9188DF4F0BB6}"/>
          </ac:picMkLst>
        </pc:picChg>
        <pc:picChg chg="add del mod">
          <ac:chgData name="Harika Chamarthi" userId="fdee45086a1505de" providerId="LiveId" clId="{FC75DEFD-6AF6-4EA0-AD5B-B0955BD464D0}" dt="2026-04-14T14:17:20.635" v="32" actId="34819"/>
          <ac:picMkLst>
            <pc:docMk/>
            <pc:sldMk cId="3539556185" sldId="270"/>
            <ac:picMk id="8" creationId="{F027F119-6015-C588-E1F5-9555A3A7395D}"/>
          </ac:picMkLst>
        </pc:picChg>
        <pc:picChg chg="add del mod">
          <ac:chgData name="Harika Chamarthi" userId="fdee45086a1505de" providerId="LiveId" clId="{FC75DEFD-6AF6-4EA0-AD5B-B0955BD464D0}" dt="2026-04-14T15:05:37.519" v="156"/>
          <ac:picMkLst>
            <pc:docMk/>
            <pc:sldMk cId="3539556185" sldId="270"/>
            <ac:picMk id="9" creationId="{6D357DF1-A4A8-EC00-9BCC-EDC5EA1FFD02}"/>
          </ac:picMkLst>
        </pc:picChg>
        <pc:picChg chg="add del mod">
          <ac:chgData name="Harika Chamarthi" userId="fdee45086a1505de" providerId="LiveId" clId="{FC75DEFD-6AF6-4EA0-AD5B-B0955BD464D0}" dt="2026-04-14T15:05:37.519" v="156"/>
          <ac:picMkLst>
            <pc:docMk/>
            <pc:sldMk cId="3539556185" sldId="270"/>
            <ac:picMk id="10" creationId="{748391D9-70EA-4769-AD81-98FA23866262}"/>
          </ac:picMkLst>
        </pc:picChg>
        <pc:picChg chg="add del mod">
          <ac:chgData name="Harika Chamarthi" userId="fdee45086a1505de" providerId="LiveId" clId="{FC75DEFD-6AF6-4EA0-AD5B-B0955BD464D0}" dt="2026-04-14T15:13:52.365" v="157"/>
          <ac:picMkLst>
            <pc:docMk/>
            <pc:sldMk cId="3539556185" sldId="270"/>
            <ac:picMk id="11" creationId="{8CA1BC7C-608C-32DB-D0EC-B45D327BA832}"/>
          </ac:picMkLst>
        </pc:picChg>
        <pc:picChg chg="add del mod">
          <ac:chgData name="Harika Chamarthi" userId="fdee45086a1505de" providerId="LiveId" clId="{FC75DEFD-6AF6-4EA0-AD5B-B0955BD464D0}" dt="2026-04-14T15:13:52.365" v="157"/>
          <ac:picMkLst>
            <pc:docMk/>
            <pc:sldMk cId="3539556185" sldId="270"/>
            <ac:picMk id="12" creationId="{12A5C9F7-0703-0496-3725-A7847E63C0E2}"/>
          </ac:picMkLst>
        </pc:picChg>
      </pc:sldChg>
      <pc:sldChg chg="addSp delSp modSp mod modTransition modAnim">
        <pc:chgData name="Harika Chamarthi" userId="fdee45086a1505de" providerId="LiveId" clId="{FC75DEFD-6AF6-4EA0-AD5B-B0955BD464D0}" dt="2026-04-14T15:13:52.365" v="157"/>
        <pc:sldMkLst>
          <pc:docMk/>
          <pc:sldMk cId="435092001" sldId="271"/>
        </pc:sldMkLst>
        <pc:picChg chg="add del mod">
          <ac:chgData name="Harika Chamarthi" userId="fdee45086a1505de" providerId="LiveId" clId="{FC75DEFD-6AF6-4EA0-AD5B-B0955BD464D0}" dt="2026-04-14T14:22:24.090" v="92" actId="478"/>
          <ac:picMkLst>
            <pc:docMk/>
            <pc:sldMk cId="435092001" sldId="271"/>
            <ac:picMk id="4" creationId="{60E277BC-3D43-959A-68A9-79884DB61646}"/>
          </ac:picMkLst>
        </pc:picChg>
        <pc:picChg chg="add del mod">
          <ac:chgData name="Harika Chamarthi" userId="fdee45086a1505de" providerId="LiveId" clId="{FC75DEFD-6AF6-4EA0-AD5B-B0955BD464D0}" dt="2026-04-14T14:18:13.910" v="47" actId="34818"/>
          <ac:picMkLst>
            <pc:docMk/>
            <pc:sldMk cId="435092001" sldId="271"/>
            <ac:picMk id="6" creationId="{5983928C-D93A-25A3-9F30-BF5AEB1864F5}"/>
          </ac:picMkLst>
        </pc:picChg>
        <pc:picChg chg="add del mod">
          <ac:chgData name="Harika Chamarthi" userId="fdee45086a1505de" providerId="LiveId" clId="{FC75DEFD-6AF6-4EA0-AD5B-B0955BD464D0}" dt="2026-04-14T14:17:21.577" v="36" actId="34819"/>
          <ac:picMkLst>
            <pc:docMk/>
            <pc:sldMk cId="435092001" sldId="271"/>
            <ac:picMk id="6" creationId="{67654893-CEAD-0E22-1089-36BB09B6135A}"/>
          </ac:picMkLst>
        </pc:picChg>
        <pc:picChg chg="add del mod">
          <ac:chgData name="Harika Chamarthi" userId="fdee45086a1505de" providerId="LiveId" clId="{FC75DEFD-6AF6-4EA0-AD5B-B0955BD464D0}" dt="2026-04-14T14:17:20.635" v="32" actId="34819"/>
          <ac:picMkLst>
            <pc:docMk/>
            <pc:sldMk cId="435092001" sldId="271"/>
            <ac:picMk id="9" creationId="{CE32A60C-06A8-A123-B7B1-A7245CDAFF7F}"/>
          </ac:picMkLst>
        </pc:picChg>
        <pc:picChg chg="add del mod">
          <ac:chgData name="Harika Chamarthi" userId="fdee45086a1505de" providerId="LiveId" clId="{FC75DEFD-6AF6-4EA0-AD5B-B0955BD464D0}" dt="2026-04-14T14:22:23.123" v="91" actId="478"/>
          <ac:picMkLst>
            <pc:docMk/>
            <pc:sldMk cId="435092001" sldId="271"/>
            <ac:picMk id="9" creationId="{E3C9600F-AEA5-1F7B-B057-8264A6BF4399}"/>
          </ac:picMkLst>
        </pc:picChg>
        <pc:picChg chg="add del mod">
          <ac:chgData name="Harika Chamarthi" userId="fdee45086a1505de" providerId="LiveId" clId="{FC75DEFD-6AF6-4EA0-AD5B-B0955BD464D0}" dt="2026-04-14T15:05:37.519" v="156"/>
          <ac:picMkLst>
            <pc:docMk/>
            <pc:sldMk cId="435092001" sldId="271"/>
            <ac:picMk id="10" creationId="{D73629AE-26D4-ED19-3636-DDB10716FB5C}"/>
          </ac:picMkLst>
        </pc:picChg>
        <pc:picChg chg="add del mod">
          <ac:chgData name="Harika Chamarthi" userId="fdee45086a1505de" providerId="LiveId" clId="{FC75DEFD-6AF6-4EA0-AD5B-B0955BD464D0}" dt="2026-04-14T15:05:37.519" v="156"/>
          <ac:picMkLst>
            <pc:docMk/>
            <pc:sldMk cId="435092001" sldId="271"/>
            <ac:picMk id="11" creationId="{D29E0F22-56F9-DA30-7D6F-8BB6BC573982}"/>
          </ac:picMkLst>
        </pc:picChg>
        <pc:picChg chg="add del mod">
          <ac:chgData name="Harika Chamarthi" userId="fdee45086a1505de" providerId="LiveId" clId="{FC75DEFD-6AF6-4EA0-AD5B-B0955BD464D0}" dt="2026-04-14T15:13:52.365" v="157"/>
          <ac:picMkLst>
            <pc:docMk/>
            <pc:sldMk cId="435092001" sldId="271"/>
            <ac:picMk id="12" creationId="{2C3F37CD-CD09-E853-D571-EEDB121EF9C7}"/>
          </ac:picMkLst>
        </pc:picChg>
        <pc:picChg chg="add del mod">
          <ac:chgData name="Harika Chamarthi" userId="fdee45086a1505de" providerId="LiveId" clId="{FC75DEFD-6AF6-4EA0-AD5B-B0955BD464D0}" dt="2026-04-14T15:13:52.365" v="157"/>
          <ac:picMkLst>
            <pc:docMk/>
            <pc:sldMk cId="435092001" sldId="271"/>
            <ac:picMk id="13" creationId="{176957E4-1626-87E2-0646-932EF2486D70}"/>
          </ac:picMkLst>
        </pc:picChg>
      </pc:sldChg>
      <pc:sldChg chg="addSp delSp modSp mod modTransition modAnim">
        <pc:chgData name="Harika Chamarthi" userId="fdee45086a1505de" providerId="LiveId" clId="{FC75DEFD-6AF6-4EA0-AD5B-B0955BD464D0}" dt="2026-04-14T15:13:52.365" v="157"/>
        <pc:sldMkLst>
          <pc:docMk/>
          <pc:sldMk cId="2709629995" sldId="272"/>
        </pc:sldMkLst>
        <pc:picChg chg="add del mod">
          <ac:chgData name="Harika Chamarthi" userId="fdee45086a1505de" providerId="LiveId" clId="{FC75DEFD-6AF6-4EA0-AD5B-B0955BD464D0}" dt="2026-04-14T14:22:26.966" v="94" actId="478"/>
          <ac:picMkLst>
            <pc:docMk/>
            <pc:sldMk cId="2709629995" sldId="272"/>
            <ac:picMk id="4" creationId="{F5CA3A17-C7BB-0588-BB41-F7CED29BC4E5}"/>
          </ac:picMkLst>
        </pc:picChg>
        <pc:picChg chg="add del mod">
          <ac:chgData name="Harika Chamarthi" userId="fdee45086a1505de" providerId="LiveId" clId="{FC75DEFD-6AF6-4EA0-AD5B-B0955BD464D0}" dt="2026-04-14T14:18:13.910" v="47" actId="34818"/>
          <ac:picMkLst>
            <pc:docMk/>
            <pc:sldMk cId="2709629995" sldId="272"/>
            <ac:picMk id="5" creationId="{3D1FA167-1B57-B367-C53C-DB4E343CB7B8}"/>
          </ac:picMkLst>
        </pc:picChg>
        <pc:picChg chg="add del mod">
          <ac:chgData name="Harika Chamarthi" userId="fdee45086a1505de" providerId="LiveId" clId="{FC75DEFD-6AF6-4EA0-AD5B-B0955BD464D0}" dt="2026-04-14T14:17:21.577" v="36" actId="34819"/>
          <ac:picMkLst>
            <pc:docMk/>
            <pc:sldMk cId="2709629995" sldId="272"/>
            <ac:picMk id="5" creationId="{B9F8E81B-DD08-44FC-1BC8-0E7C0E909E14}"/>
          </ac:picMkLst>
        </pc:picChg>
        <pc:picChg chg="add del mod">
          <ac:chgData name="Harika Chamarthi" userId="fdee45086a1505de" providerId="LiveId" clId="{FC75DEFD-6AF6-4EA0-AD5B-B0955BD464D0}" dt="2026-04-14T14:17:20.635" v="32" actId="34819"/>
          <ac:picMkLst>
            <pc:docMk/>
            <pc:sldMk cId="2709629995" sldId="272"/>
            <ac:picMk id="6" creationId="{AAC13C2F-18C0-443E-F3DE-00B59A51DA13}"/>
          </ac:picMkLst>
        </pc:picChg>
        <pc:picChg chg="add del mod">
          <ac:chgData name="Harika Chamarthi" userId="fdee45086a1505de" providerId="LiveId" clId="{FC75DEFD-6AF6-4EA0-AD5B-B0955BD464D0}" dt="2026-04-14T14:22:25.837" v="93" actId="478"/>
          <ac:picMkLst>
            <pc:docMk/>
            <pc:sldMk cId="2709629995" sldId="272"/>
            <ac:picMk id="6" creationId="{E38F53FD-480C-E15D-6FBD-5A804FF23FB2}"/>
          </ac:picMkLst>
        </pc:picChg>
        <pc:picChg chg="add del mod">
          <ac:chgData name="Harika Chamarthi" userId="fdee45086a1505de" providerId="LiveId" clId="{FC75DEFD-6AF6-4EA0-AD5B-B0955BD464D0}" dt="2026-04-14T15:05:37.519" v="156"/>
          <ac:picMkLst>
            <pc:docMk/>
            <pc:sldMk cId="2709629995" sldId="272"/>
            <ac:picMk id="7" creationId="{97A81BFB-6C1C-4E5E-EEA4-594F6FC705DB}"/>
          </ac:picMkLst>
        </pc:picChg>
        <pc:picChg chg="add del mod">
          <ac:chgData name="Harika Chamarthi" userId="fdee45086a1505de" providerId="LiveId" clId="{FC75DEFD-6AF6-4EA0-AD5B-B0955BD464D0}" dt="2026-04-14T15:05:37.519" v="156"/>
          <ac:picMkLst>
            <pc:docMk/>
            <pc:sldMk cId="2709629995" sldId="272"/>
            <ac:picMk id="8" creationId="{2C58511A-2E0D-6CDE-3CE6-A649445F6A94}"/>
          </ac:picMkLst>
        </pc:picChg>
        <pc:picChg chg="add del mod">
          <ac:chgData name="Harika Chamarthi" userId="fdee45086a1505de" providerId="LiveId" clId="{FC75DEFD-6AF6-4EA0-AD5B-B0955BD464D0}" dt="2026-04-14T15:13:52.365" v="157"/>
          <ac:picMkLst>
            <pc:docMk/>
            <pc:sldMk cId="2709629995" sldId="272"/>
            <ac:picMk id="9" creationId="{7A48F6D2-BDC0-9592-21C8-40D0B2C4B23B}"/>
          </ac:picMkLst>
        </pc:picChg>
        <pc:picChg chg="add del mod">
          <ac:chgData name="Harika Chamarthi" userId="fdee45086a1505de" providerId="LiveId" clId="{FC75DEFD-6AF6-4EA0-AD5B-B0955BD464D0}" dt="2026-04-14T15:13:52.365" v="157"/>
          <ac:picMkLst>
            <pc:docMk/>
            <pc:sldMk cId="2709629995" sldId="272"/>
            <ac:picMk id="10" creationId="{96EB8215-C94F-8723-19C6-9CB147C9AB58}"/>
          </ac:picMkLst>
        </pc:picChg>
      </pc:sldChg>
      <pc:sldChg chg="addSp delSp modSp mod modTransition modAnim">
        <pc:chgData name="Harika Chamarthi" userId="fdee45086a1505de" providerId="LiveId" clId="{FC75DEFD-6AF6-4EA0-AD5B-B0955BD464D0}" dt="2026-04-14T15:13:52.365" v="157"/>
        <pc:sldMkLst>
          <pc:docMk/>
          <pc:sldMk cId="477834842" sldId="273"/>
        </pc:sldMkLst>
        <pc:picChg chg="add del mod">
          <ac:chgData name="Harika Chamarthi" userId="fdee45086a1505de" providerId="LiveId" clId="{FC75DEFD-6AF6-4EA0-AD5B-B0955BD464D0}" dt="2026-04-14T14:22:29.758" v="96" actId="478"/>
          <ac:picMkLst>
            <pc:docMk/>
            <pc:sldMk cId="477834842" sldId="273"/>
            <ac:picMk id="4" creationId="{239DFC03-0DD4-6B11-6A1F-847A0E5A2995}"/>
          </ac:picMkLst>
        </pc:picChg>
        <pc:picChg chg="add del mod">
          <ac:chgData name="Harika Chamarthi" userId="fdee45086a1505de" providerId="LiveId" clId="{FC75DEFD-6AF6-4EA0-AD5B-B0955BD464D0}" dt="2026-04-14T14:17:21.577" v="36" actId="34819"/>
          <ac:picMkLst>
            <pc:docMk/>
            <pc:sldMk cId="477834842" sldId="273"/>
            <ac:picMk id="7" creationId="{83935ECC-201F-1B2A-A5FE-DD31EEDFD622}"/>
          </ac:picMkLst>
        </pc:picChg>
        <pc:picChg chg="add del mod">
          <ac:chgData name="Harika Chamarthi" userId="fdee45086a1505de" providerId="LiveId" clId="{FC75DEFD-6AF6-4EA0-AD5B-B0955BD464D0}" dt="2026-04-14T14:18:13.910" v="47" actId="34818"/>
          <ac:picMkLst>
            <pc:docMk/>
            <pc:sldMk cId="477834842" sldId="273"/>
            <ac:picMk id="7" creationId="{A30C70F8-4E1B-181E-BB56-68AF210DDC13}"/>
          </ac:picMkLst>
        </pc:picChg>
        <pc:picChg chg="add del mod">
          <ac:chgData name="Harika Chamarthi" userId="fdee45086a1505de" providerId="LiveId" clId="{FC75DEFD-6AF6-4EA0-AD5B-B0955BD464D0}" dt="2026-04-14T14:17:20.635" v="32" actId="34819"/>
          <ac:picMkLst>
            <pc:docMk/>
            <pc:sldMk cId="477834842" sldId="273"/>
            <ac:picMk id="8" creationId="{7B555918-38B6-8FA4-098C-2F0E36C6B8D4}"/>
          </ac:picMkLst>
        </pc:picChg>
        <pc:picChg chg="add del mod">
          <ac:chgData name="Harika Chamarthi" userId="fdee45086a1505de" providerId="LiveId" clId="{FC75DEFD-6AF6-4EA0-AD5B-B0955BD464D0}" dt="2026-04-14T14:22:28.704" v="95" actId="478"/>
          <ac:picMkLst>
            <pc:docMk/>
            <pc:sldMk cId="477834842" sldId="273"/>
            <ac:picMk id="8" creationId="{E846EF43-5937-9B11-1CFE-A42730D718BF}"/>
          </ac:picMkLst>
        </pc:picChg>
        <pc:picChg chg="add del mod">
          <ac:chgData name="Harika Chamarthi" userId="fdee45086a1505de" providerId="LiveId" clId="{FC75DEFD-6AF6-4EA0-AD5B-B0955BD464D0}" dt="2026-04-14T15:05:37.519" v="156"/>
          <ac:picMkLst>
            <pc:docMk/>
            <pc:sldMk cId="477834842" sldId="273"/>
            <ac:picMk id="9" creationId="{3BE70051-C653-A116-2AB9-29B19E17120E}"/>
          </ac:picMkLst>
        </pc:picChg>
        <pc:picChg chg="add del mod">
          <ac:chgData name="Harika Chamarthi" userId="fdee45086a1505de" providerId="LiveId" clId="{FC75DEFD-6AF6-4EA0-AD5B-B0955BD464D0}" dt="2026-04-14T15:05:37.519" v="156"/>
          <ac:picMkLst>
            <pc:docMk/>
            <pc:sldMk cId="477834842" sldId="273"/>
            <ac:picMk id="10" creationId="{15ECB049-50F9-826A-70F6-84FABC7469DC}"/>
          </ac:picMkLst>
        </pc:picChg>
        <pc:picChg chg="add del mod">
          <ac:chgData name="Harika Chamarthi" userId="fdee45086a1505de" providerId="LiveId" clId="{FC75DEFD-6AF6-4EA0-AD5B-B0955BD464D0}" dt="2026-04-14T15:13:52.365" v="157"/>
          <ac:picMkLst>
            <pc:docMk/>
            <pc:sldMk cId="477834842" sldId="273"/>
            <ac:picMk id="11" creationId="{2590C342-FC7D-50A5-7768-EA75271BDB5C}"/>
          </ac:picMkLst>
        </pc:picChg>
        <pc:picChg chg="add del mod">
          <ac:chgData name="Harika Chamarthi" userId="fdee45086a1505de" providerId="LiveId" clId="{FC75DEFD-6AF6-4EA0-AD5B-B0955BD464D0}" dt="2026-04-14T15:13:52.365" v="157"/>
          <ac:picMkLst>
            <pc:docMk/>
            <pc:sldMk cId="477834842" sldId="273"/>
            <ac:picMk id="12" creationId="{F4C801C1-9625-7493-4C56-9775B5877563}"/>
          </ac:picMkLst>
        </pc:picChg>
      </pc:sldChg>
      <pc:sldChg chg="addSp delSp modSp mod modTransition modAnim">
        <pc:chgData name="Harika Chamarthi" userId="fdee45086a1505de" providerId="LiveId" clId="{FC75DEFD-6AF6-4EA0-AD5B-B0955BD464D0}" dt="2026-04-14T15:13:52.365" v="157"/>
        <pc:sldMkLst>
          <pc:docMk/>
          <pc:sldMk cId="4037537886" sldId="274"/>
        </pc:sldMkLst>
        <pc:picChg chg="add del mod">
          <ac:chgData name="Harika Chamarthi" userId="fdee45086a1505de" providerId="LiveId" clId="{FC75DEFD-6AF6-4EA0-AD5B-B0955BD464D0}" dt="2026-04-14T14:22:33.238" v="98" actId="478"/>
          <ac:picMkLst>
            <pc:docMk/>
            <pc:sldMk cId="4037537886" sldId="274"/>
            <ac:picMk id="4" creationId="{0183A294-2763-3325-A95C-5006883FD8ED}"/>
          </ac:picMkLst>
        </pc:picChg>
        <pc:picChg chg="add del mod">
          <ac:chgData name="Harika Chamarthi" userId="fdee45086a1505de" providerId="LiveId" clId="{FC75DEFD-6AF6-4EA0-AD5B-B0955BD464D0}" dt="2026-04-14T14:17:21.577" v="36" actId="34819"/>
          <ac:picMkLst>
            <pc:docMk/>
            <pc:sldMk cId="4037537886" sldId="274"/>
            <ac:picMk id="6" creationId="{4F007D22-78B6-DBB2-427F-714F95E386B8}"/>
          </ac:picMkLst>
        </pc:picChg>
        <pc:picChg chg="add del mod">
          <ac:chgData name="Harika Chamarthi" userId="fdee45086a1505de" providerId="LiveId" clId="{FC75DEFD-6AF6-4EA0-AD5B-B0955BD464D0}" dt="2026-04-14T14:18:13.910" v="47" actId="34818"/>
          <ac:picMkLst>
            <pc:docMk/>
            <pc:sldMk cId="4037537886" sldId="274"/>
            <ac:picMk id="6" creationId="{CFA8F348-A3CE-88CB-00E0-8B879D3D6A4A}"/>
          </ac:picMkLst>
        </pc:picChg>
        <pc:picChg chg="add del mod">
          <ac:chgData name="Harika Chamarthi" userId="fdee45086a1505de" providerId="LiveId" clId="{FC75DEFD-6AF6-4EA0-AD5B-B0955BD464D0}" dt="2026-04-14T14:22:31.823" v="97" actId="478"/>
          <ac:picMkLst>
            <pc:docMk/>
            <pc:sldMk cId="4037537886" sldId="274"/>
            <ac:picMk id="9" creationId="{115AC2E4-541E-E79F-23B7-F3BA4A7D9A63}"/>
          </ac:picMkLst>
        </pc:picChg>
        <pc:picChg chg="add del mod">
          <ac:chgData name="Harika Chamarthi" userId="fdee45086a1505de" providerId="LiveId" clId="{FC75DEFD-6AF6-4EA0-AD5B-B0955BD464D0}" dt="2026-04-14T14:17:20.635" v="32" actId="34819"/>
          <ac:picMkLst>
            <pc:docMk/>
            <pc:sldMk cId="4037537886" sldId="274"/>
            <ac:picMk id="9" creationId="{3350CA8A-8162-D48F-530C-63C8C248DC50}"/>
          </ac:picMkLst>
        </pc:picChg>
        <pc:picChg chg="add del mod">
          <ac:chgData name="Harika Chamarthi" userId="fdee45086a1505de" providerId="LiveId" clId="{FC75DEFD-6AF6-4EA0-AD5B-B0955BD464D0}" dt="2026-04-14T15:05:37.519" v="156"/>
          <ac:picMkLst>
            <pc:docMk/>
            <pc:sldMk cId="4037537886" sldId="274"/>
            <ac:picMk id="10" creationId="{99490953-47F0-CE74-7344-5FCC89EC9AE1}"/>
          </ac:picMkLst>
        </pc:picChg>
        <pc:picChg chg="add del mod">
          <ac:chgData name="Harika Chamarthi" userId="fdee45086a1505de" providerId="LiveId" clId="{FC75DEFD-6AF6-4EA0-AD5B-B0955BD464D0}" dt="2026-04-14T15:05:37.519" v="156"/>
          <ac:picMkLst>
            <pc:docMk/>
            <pc:sldMk cId="4037537886" sldId="274"/>
            <ac:picMk id="11" creationId="{DF56F643-D901-838B-4327-0317FDF38A6A}"/>
          </ac:picMkLst>
        </pc:picChg>
        <pc:picChg chg="add del mod">
          <ac:chgData name="Harika Chamarthi" userId="fdee45086a1505de" providerId="LiveId" clId="{FC75DEFD-6AF6-4EA0-AD5B-B0955BD464D0}" dt="2026-04-14T15:13:52.365" v="157"/>
          <ac:picMkLst>
            <pc:docMk/>
            <pc:sldMk cId="4037537886" sldId="274"/>
            <ac:picMk id="12" creationId="{BB45E8A5-0A38-C36C-69A4-9655B8B1BC83}"/>
          </ac:picMkLst>
        </pc:picChg>
        <pc:picChg chg="add del mod">
          <ac:chgData name="Harika Chamarthi" userId="fdee45086a1505de" providerId="LiveId" clId="{FC75DEFD-6AF6-4EA0-AD5B-B0955BD464D0}" dt="2026-04-14T15:13:52.365" v="157"/>
          <ac:picMkLst>
            <pc:docMk/>
            <pc:sldMk cId="4037537886" sldId="274"/>
            <ac:picMk id="13" creationId="{2D3CB811-188D-A623-89E4-9DF7E2319ECE}"/>
          </ac:picMkLst>
        </pc:picChg>
      </pc:sldChg>
      <pc:sldChg chg="addSp delSp modSp mod modTransition modAnim">
        <pc:chgData name="Harika Chamarthi" userId="fdee45086a1505de" providerId="LiveId" clId="{FC75DEFD-6AF6-4EA0-AD5B-B0955BD464D0}" dt="2026-04-14T15:13:52.365" v="157"/>
        <pc:sldMkLst>
          <pc:docMk/>
          <pc:sldMk cId="3205423604" sldId="275"/>
        </pc:sldMkLst>
        <pc:picChg chg="add del mod">
          <ac:chgData name="Harika Chamarthi" userId="fdee45086a1505de" providerId="LiveId" clId="{FC75DEFD-6AF6-4EA0-AD5B-B0955BD464D0}" dt="2026-04-14T14:22:36.321" v="100" actId="478"/>
          <ac:picMkLst>
            <pc:docMk/>
            <pc:sldMk cId="3205423604" sldId="275"/>
            <ac:picMk id="4" creationId="{B0B2469A-AF25-D622-4773-5F3F8DFD94D7}"/>
          </ac:picMkLst>
        </pc:picChg>
        <pc:picChg chg="add del mod">
          <ac:chgData name="Harika Chamarthi" userId="fdee45086a1505de" providerId="LiveId" clId="{FC75DEFD-6AF6-4EA0-AD5B-B0955BD464D0}" dt="2026-04-14T14:18:13.910" v="47" actId="34818"/>
          <ac:picMkLst>
            <pc:docMk/>
            <pc:sldMk cId="3205423604" sldId="275"/>
            <ac:picMk id="5" creationId="{0E95F20E-9C38-DD8A-9506-1291FFB66316}"/>
          </ac:picMkLst>
        </pc:picChg>
        <pc:picChg chg="add del mod">
          <ac:chgData name="Harika Chamarthi" userId="fdee45086a1505de" providerId="LiveId" clId="{FC75DEFD-6AF6-4EA0-AD5B-B0955BD464D0}" dt="2026-04-14T14:17:21.577" v="36" actId="34819"/>
          <ac:picMkLst>
            <pc:docMk/>
            <pc:sldMk cId="3205423604" sldId="275"/>
            <ac:picMk id="5" creationId="{63C70E24-6429-DD7C-859F-2B9020CA43D3}"/>
          </ac:picMkLst>
        </pc:picChg>
        <pc:picChg chg="add del mod">
          <ac:chgData name="Harika Chamarthi" userId="fdee45086a1505de" providerId="LiveId" clId="{FC75DEFD-6AF6-4EA0-AD5B-B0955BD464D0}" dt="2026-04-14T14:17:20.635" v="32" actId="34819"/>
          <ac:picMkLst>
            <pc:docMk/>
            <pc:sldMk cId="3205423604" sldId="275"/>
            <ac:picMk id="6" creationId="{5B85996C-3325-79C6-C50B-474697786F96}"/>
          </ac:picMkLst>
        </pc:picChg>
        <pc:picChg chg="add del mod">
          <ac:chgData name="Harika Chamarthi" userId="fdee45086a1505de" providerId="LiveId" clId="{FC75DEFD-6AF6-4EA0-AD5B-B0955BD464D0}" dt="2026-04-14T14:22:35.352" v="99" actId="478"/>
          <ac:picMkLst>
            <pc:docMk/>
            <pc:sldMk cId="3205423604" sldId="275"/>
            <ac:picMk id="6" creationId="{965471FA-A9CE-4D6C-99E5-8D002FD1E123}"/>
          </ac:picMkLst>
        </pc:picChg>
        <pc:picChg chg="add del mod">
          <ac:chgData name="Harika Chamarthi" userId="fdee45086a1505de" providerId="LiveId" clId="{FC75DEFD-6AF6-4EA0-AD5B-B0955BD464D0}" dt="2026-04-14T15:05:37.519" v="156"/>
          <ac:picMkLst>
            <pc:docMk/>
            <pc:sldMk cId="3205423604" sldId="275"/>
            <ac:picMk id="7" creationId="{5D6E7EF0-0EFC-673A-4A6A-53F0E2DDC15B}"/>
          </ac:picMkLst>
        </pc:picChg>
        <pc:picChg chg="add del mod">
          <ac:chgData name="Harika Chamarthi" userId="fdee45086a1505de" providerId="LiveId" clId="{FC75DEFD-6AF6-4EA0-AD5B-B0955BD464D0}" dt="2026-04-14T15:05:37.519" v="156"/>
          <ac:picMkLst>
            <pc:docMk/>
            <pc:sldMk cId="3205423604" sldId="275"/>
            <ac:picMk id="8" creationId="{41FCBEA1-C985-1F1D-6AEC-D15C3EAAA936}"/>
          </ac:picMkLst>
        </pc:picChg>
        <pc:picChg chg="add del mod">
          <ac:chgData name="Harika Chamarthi" userId="fdee45086a1505de" providerId="LiveId" clId="{FC75DEFD-6AF6-4EA0-AD5B-B0955BD464D0}" dt="2026-04-14T15:13:52.365" v="157"/>
          <ac:picMkLst>
            <pc:docMk/>
            <pc:sldMk cId="3205423604" sldId="275"/>
            <ac:picMk id="9" creationId="{F03080C5-41E1-78E2-0C4F-9643D02A0E1D}"/>
          </ac:picMkLst>
        </pc:picChg>
        <pc:picChg chg="add del mod">
          <ac:chgData name="Harika Chamarthi" userId="fdee45086a1505de" providerId="LiveId" clId="{FC75DEFD-6AF6-4EA0-AD5B-B0955BD464D0}" dt="2026-04-14T15:13:52.365" v="157"/>
          <ac:picMkLst>
            <pc:docMk/>
            <pc:sldMk cId="3205423604" sldId="275"/>
            <ac:picMk id="10" creationId="{A248C4B9-04CA-76C0-D8E5-38A6B87A0840}"/>
          </ac:picMkLst>
        </pc:picChg>
      </pc:sldChg>
      <pc:sldChg chg="addSp delSp modSp mod modTransition modAnim">
        <pc:chgData name="Harika Chamarthi" userId="fdee45086a1505de" providerId="LiveId" clId="{FC75DEFD-6AF6-4EA0-AD5B-B0955BD464D0}" dt="2026-04-14T15:13:52.365" v="157"/>
        <pc:sldMkLst>
          <pc:docMk/>
          <pc:sldMk cId="3584786187" sldId="276"/>
        </pc:sldMkLst>
        <pc:picChg chg="add del mod">
          <ac:chgData name="Harika Chamarthi" userId="fdee45086a1505de" providerId="LiveId" clId="{FC75DEFD-6AF6-4EA0-AD5B-B0955BD464D0}" dt="2026-04-14T14:22:38.994" v="102" actId="478"/>
          <ac:picMkLst>
            <pc:docMk/>
            <pc:sldMk cId="3584786187" sldId="276"/>
            <ac:picMk id="4" creationId="{DA2A7B82-76CE-FB88-A002-85E90F06DCC0}"/>
          </ac:picMkLst>
        </pc:picChg>
        <pc:picChg chg="add del mod">
          <ac:chgData name="Harika Chamarthi" userId="fdee45086a1505de" providerId="LiveId" clId="{FC75DEFD-6AF6-4EA0-AD5B-B0955BD464D0}" dt="2026-04-14T14:18:13.910" v="47" actId="34818"/>
          <ac:picMkLst>
            <pc:docMk/>
            <pc:sldMk cId="3584786187" sldId="276"/>
            <ac:picMk id="6" creationId="{0BBE5F1D-69E5-7807-4626-98D580337C89}"/>
          </ac:picMkLst>
        </pc:picChg>
        <pc:picChg chg="add del mod">
          <ac:chgData name="Harika Chamarthi" userId="fdee45086a1505de" providerId="LiveId" clId="{FC75DEFD-6AF6-4EA0-AD5B-B0955BD464D0}" dt="2026-04-14T14:17:21.577" v="36" actId="34819"/>
          <ac:picMkLst>
            <pc:docMk/>
            <pc:sldMk cId="3584786187" sldId="276"/>
            <ac:picMk id="6" creationId="{CA74F3A3-84EB-46E6-1BCC-BC7B5F861D0C}"/>
          </ac:picMkLst>
        </pc:picChg>
        <pc:picChg chg="add del mod">
          <ac:chgData name="Harika Chamarthi" userId="fdee45086a1505de" providerId="LiveId" clId="{FC75DEFD-6AF6-4EA0-AD5B-B0955BD464D0}" dt="2026-04-14T14:22:38.208" v="101" actId="478"/>
          <ac:picMkLst>
            <pc:docMk/>
            <pc:sldMk cId="3584786187" sldId="276"/>
            <ac:picMk id="9" creationId="{3622C715-2122-ACB9-3A88-1CF1E5A5F37E}"/>
          </ac:picMkLst>
        </pc:picChg>
        <pc:picChg chg="add del mod">
          <ac:chgData name="Harika Chamarthi" userId="fdee45086a1505de" providerId="LiveId" clId="{FC75DEFD-6AF6-4EA0-AD5B-B0955BD464D0}" dt="2026-04-14T14:17:20.635" v="32" actId="34819"/>
          <ac:picMkLst>
            <pc:docMk/>
            <pc:sldMk cId="3584786187" sldId="276"/>
            <ac:picMk id="9" creationId="{AD6D4737-E7C0-B246-52A3-D5EDF7EA43D9}"/>
          </ac:picMkLst>
        </pc:picChg>
        <pc:picChg chg="add del mod">
          <ac:chgData name="Harika Chamarthi" userId="fdee45086a1505de" providerId="LiveId" clId="{FC75DEFD-6AF6-4EA0-AD5B-B0955BD464D0}" dt="2026-04-14T15:05:37.519" v="156"/>
          <ac:picMkLst>
            <pc:docMk/>
            <pc:sldMk cId="3584786187" sldId="276"/>
            <ac:picMk id="10" creationId="{AD659939-2F3F-79B4-025A-9F8B3E3099E4}"/>
          </ac:picMkLst>
        </pc:picChg>
        <pc:picChg chg="add del mod">
          <ac:chgData name="Harika Chamarthi" userId="fdee45086a1505de" providerId="LiveId" clId="{FC75DEFD-6AF6-4EA0-AD5B-B0955BD464D0}" dt="2026-04-14T15:05:37.519" v="156"/>
          <ac:picMkLst>
            <pc:docMk/>
            <pc:sldMk cId="3584786187" sldId="276"/>
            <ac:picMk id="11" creationId="{53B5E210-DC39-2689-ABA4-B744E7D8B681}"/>
          </ac:picMkLst>
        </pc:picChg>
        <pc:picChg chg="add del mod">
          <ac:chgData name="Harika Chamarthi" userId="fdee45086a1505de" providerId="LiveId" clId="{FC75DEFD-6AF6-4EA0-AD5B-B0955BD464D0}" dt="2026-04-14T15:13:52.365" v="157"/>
          <ac:picMkLst>
            <pc:docMk/>
            <pc:sldMk cId="3584786187" sldId="276"/>
            <ac:picMk id="12" creationId="{70F8AB43-ABC5-FB74-EE9A-41ED0A8B6C72}"/>
          </ac:picMkLst>
        </pc:picChg>
        <pc:picChg chg="add del mod">
          <ac:chgData name="Harika Chamarthi" userId="fdee45086a1505de" providerId="LiveId" clId="{FC75DEFD-6AF6-4EA0-AD5B-B0955BD464D0}" dt="2026-04-14T15:13:52.365" v="157"/>
          <ac:picMkLst>
            <pc:docMk/>
            <pc:sldMk cId="3584786187" sldId="276"/>
            <ac:picMk id="13" creationId="{6A48DA29-91A5-7635-B097-AAF3449020DF}"/>
          </ac:picMkLst>
        </pc:picChg>
      </pc:sldChg>
      <pc:sldChg chg="addSp delSp modSp mod modTransition modAnim">
        <pc:chgData name="Harika Chamarthi" userId="fdee45086a1505de" providerId="LiveId" clId="{FC75DEFD-6AF6-4EA0-AD5B-B0955BD464D0}" dt="2026-04-14T15:13:52.365" v="157"/>
        <pc:sldMkLst>
          <pc:docMk/>
          <pc:sldMk cId="2377561146" sldId="277"/>
        </pc:sldMkLst>
        <pc:picChg chg="add del mod">
          <ac:chgData name="Harika Chamarthi" userId="fdee45086a1505de" providerId="LiveId" clId="{FC75DEFD-6AF6-4EA0-AD5B-B0955BD464D0}" dt="2026-04-14T14:22:42.026" v="104" actId="478"/>
          <ac:picMkLst>
            <pc:docMk/>
            <pc:sldMk cId="2377561146" sldId="277"/>
            <ac:picMk id="4" creationId="{6400E921-669B-21C5-AF83-1E819AC3B0F4}"/>
          </ac:picMkLst>
        </pc:picChg>
        <pc:picChg chg="add del mod">
          <ac:chgData name="Harika Chamarthi" userId="fdee45086a1505de" providerId="LiveId" clId="{FC75DEFD-6AF6-4EA0-AD5B-B0955BD464D0}" dt="2026-04-14T14:17:21.577" v="36" actId="34819"/>
          <ac:picMkLst>
            <pc:docMk/>
            <pc:sldMk cId="2377561146" sldId="277"/>
            <ac:picMk id="7" creationId="{19BA4D8A-7FCB-800E-A0C1-0EA27AD9759B}"/>
          </ac:picMkLst>
        </pc:picChg>
        <pc:picChg chg="add del mod">
          <ac:chgData name="Harika Chamarthi" userId="fdee45086a1505de" providerId="LiveId" clId="{FC75DEFD-6AF6-4EA0-AD5B-B0955BD464D0}" dt="2026-04-14T14:18:13.910" v="47" actId="34818"/>
          <ac:picMkLst>
            <pc:docMk/>
            <pc:sldMk cId="2377561146" sldId="277"/>
            <ac:picMk id="7" creationId="{E6A84B75-52A2-C2F7-4A0E-E66D8E597CCB}"/>
          </ac:picMkLst>
        </pc:picChg>
        <pc:picChg chg="add del mod">
          <ac:chgData name="Harika Chamarthi" userId="fdee45086a1505de" providerId="LiveId" clId="{FC75DEFD-6AF6-4EA0-AD5B-B0955BD464D0}" dt="2026-04-14T14:17:20.635" v="32" actId="34819"/>
          <ac:picMkLst>
            <pc:docMk/>
            <pc:sldMk cId="2377561146" sldId="277"/>
            <ac:picMk id="8" creationId="{4D18E213-4981-B436-32D5-010D5C327BF8}"/>
          </ac:picMkLst>
        </pc:picChg>
        <pc:picChg chg="add del mod">
          <ac:chgData name="Harika Chamarthi" userId="fdee45086a1505de" providerId="LiveId" clId="{FC75DEFD-6AF6-4EA0-AD5B-B0955BD464D0}" dt="2026-04-14T14:22:40.878" v="103" actId="478"/>
          <ac:picMkLst>
            <pc:docMk/>
            <pc:sldMk cId="2377561146" sldId="277"/>
            <ac:picMk id="8" creationId="{8878E9A6-260A-D778-C58B-99CF35701CF5}"/>
          </ac:picMkLst>
        </pc:picChg>
        <pc:picChg chg="add del mod">
          <ac:chgData name="Harika Chamarthi" userId="fdee45086a1505de" providerId="LiveId" clId="{FC75DEFD-6AF6-4EA0-AD5B-B0955BD464D0}" dt="2026-04-14T15:05:37.519" v="156"/>
          <ac:picMkLst>
            <pc:docMk/>
            <pc:sldMk cId="2377561146" sldId="277"/>
            <ac:picMk id="9" creationId="{887B70CB-A9E3-A846-22AE-FD72B7F76D31}"/>
          </ac:picMkLst>
        </pc:picChg>
        <pc:picChg chg="add del mod">
          <ac:chgData name="Harika Chamarthi" userId="fdee45086a1505de" providerId="LiveId" clId="{FC75DEFD-6AF6-4EA0-AD5B-B0955BD464D0}" dt="2026-04-14T15:05:37.519" v="156"/>
          <ac:picMkLst>
            <pc:docMk/>
            <pc:sldMk cId="2377561146" sldId="277"/>
            <ac:picMk id="10" creationId="{7873618D-1655-7B24-48A4-49C518B571EF}"/>
          </ac:picMkLst>
        </pc:picChg>
        <pc:picChg chg="add del mod">
          <ac:chgData name="Harika Chamarthi" userId="fdee45086a1505de" providerId="LiveId" clId="{FC75DEFD-6AF6-4EA0-AD5B-B0955BD464D0}" dt="2026-04-14T15:13:52.365" v="157"/>
          <ac:picMkLst>
            <pc:docMk/>
            <pc:sldMk cId="2377561146" sldId="277"/>
            <ac:picMk id="11" creationId="{BC574C3D-A2DD-FEBC-F0FC-882FBD7719E4}"/>
          </ac:picMkLst>
        </pc:picChg>
        <pc:picChg chg="add del mod">
          <ac:chgData name="Harika Chamarthi" userId="fdee45086a1505de" providerId="LiveId" clId="{FC75DEFD-6AF6-4EA0-AD5B-B0955BD464D0}" dt="2026-04-14T15:13:52.365" v="157"/>
          <ac:picMkLst>
            <pc:docMk/>
            <pc:sldMk cId="2377561146" sldId="277"/>
            <ac:picMk id="12" creationId="{51B4D180-3DB9-6422-10DC-0A0BAE362049}"/>
          </ac:picMkLst>
        </pc:picChg>
      </pc:sldChg>
      <pc:sldChg chg="addSp delSp modSp mod modTransition modAnim">
        <pc:chgData name="Harika Chamarthi" userId="fdee45086a1505de" providerId="LiveId" clId="{FC75DEFD-6AF6-4EA0-AD5B-B0955BD464D0}" dt="2026-04-14T15:14:28.583" v="185" actId="113"/>
        <pc:sldMkLst>
          <pc:docMk/>
          <pc:sldMk cId="2295773467" sldId="278"/>
        </pc:sldMkLst>
        <pc:spChg chg="mod">
          <ac:chgData name="Harika Chamarthi" userId="fdee45086a1505de" providerId="LiveId" clId="{FC75DEFD-6AF6-4EA0-AD5B-B0955BD464D0}" dt="2026-04-14T15:14:28.583" v="185" actId="113"/>
          <ac:spMkLst>
            <pc:docMk/>
            <pc:sldMk cId="2295773467" sldId="278"/>
            <ac:spMk id="4" creationId="{971E7CAE-3468-99C0-A6FA-53F31F0F2B5A}"/>
          </ac:spMkLst>
        </pc:spChg>
        <pc:picChg chg="add del mod">
          <ac:chgData name="Harika Chamarthi" userId="fdee45086a1505de" providerId="LiveId" clId="{FC75DEFD-6AF6-4EA0-AD5B-B0955BD464D0}" dt="2026-04-14T14:22:46.107" v="106" actId="478"/>
          <ac:picMkLst>
            <pc:docMk/>
            <pc:sldMk cId="2295773467" sldId="278"/>
            <ac:picMk id="3" creationId="{19B7DA69-BF39-F988-F0BE-4F3CA94F188F}"/>
          </ac:picMkLst>
        </pc:picChg>
        <pc:picChg chg="add del mod">
          <ac:chgData name="Harika Chamarthi" userId="fdee45086a1505de" providerId="LiveId" clId="{FC75DEFD-6AF6-4EA0-AD5B-B0955BD464D0}" dt="2026-04-14T14:18:13.910" v="47" actId="34818"/>
          <ac:picMkLst>
            <pc:docMk/>
            <pc:sldMk cId="2295773467" sldId="278"/>
            <ac:picMk id="5" creationId="{B6317228-B461-9E9B-5E3C-23DA6E93BC43}"/>
          </ac:picMkLst>
        </pc:picChg>
        <pc:picChg chg="add del mod">
          <ac:chgData name="Harika Chamarthi" userId="fdee45086a1505de" providerId="LiveId" clId="{FC75DEFD-6AF6-4EA0-AD5B-B0955BD464D0}" dt="2026-04-14T14:17:21.577" v="36" actId="34819"/>
          <ac:picMkLst>
            <pc:docMk/>
            <pc:sldMk cId="2295773467" sldId="278"/>
            <ac:picMk id="5" creationId="{D17F5E42-99E8-BA29-1CBC-A9AC6A85D02D}"/>
          </ac:picMkLst>
        </pc:picChg>
        <pc:picChg chg="add del mod">
          <ac:chgData name="Harika Chamarthi" userId="fdee45086a1505de" providerId="LiveId" clId="{FC75DEFD-6AF6-4EA0-AD5B-B0955BD464D0}" dt="2026-04-14T14:22:44.349" v="105" actId="478"/>
          <ac:picMkLst>
            <pc:docMk/>
            <pc:sldMk cId="2295773467" sldId="278"/>
            <ac:picMk id="6" creationId="{0CFCD756-8906-973A-41B4-4FFDCE94CDAB}"/>
          </ac:picMkLst>
        </pc:picChg>
        <pc:picChg chg="add del mod">
          <ac:chgData name="Harika Chamarthi" userId="fdee45086a1505de" providerId="LiveId" clId="{FC75DEFD-6AF6-4EA0-AD5B-B0955BD464D0}" dt="2026-04-14T14:17:20.635" v="32" actId="34819"/>
          <ac:picMkLst>
            <pc:docMk/>
            <pc:sldMk cId="2295773467" sldId="278"/>
            <ac:picMk id="6" creationId="{62C1DD00-243A-4C2B-F6FB-615AE9A23B9B}"/>
          </ac:picMkLst>
        </pc:picChg>
        <pc:picChg chg="add del mod">
          <ac:chgData name="Harika Chamarthi" userId="fdee45086a1505de" providerId="LiveId" clId="{FC75DEFD-6AF6-4EA0-AD5B-B0955BD464D0}" dt="2026-04-14T15:05:37.519" v="156"/>
          <ac:picMkLst>
            <pc:docMk/>
            <pc:sldMk cId="2295773467" sldId="278"/>
            <ac:picMk id="7" creationId="{2BA8B410-B52C-97BB-D81F-5A157A438221}"/>
          </ac:picMkLst>
        </pc:picChg>
        <pc:picChg chg="add del mod">
          <ac:chgData name="Harika Chamarthi" userId="fdee45086a1505de" providerId="LiveId" clId="{FC75DEFD-6AF6-4EA0-AD5B-B0955BD464D0}" dt="2026-04-14T15:05:37.519" v="156"/>
          <ac:picMkLst>
            <pc:docMk/>
            <pc:sldMk cId="2295773467" sldId="278"/>
            <ac:picMk id="8" creationId="{2AC15D75-6FA4-94FD-E66A-EECA0920BF24}"/>
          </ac:picMkLst>
        </pc:picChg>
        <pc:picChg chg="add del mod">
          <ac:chgData name="Harika Chamarthi" userId="fdee45086a1505de" providerId="LiveId" clId="{FC75DEFD-6AF6-4EA0-AD5B-B0955BD464D0}" dt="2026-04-14T15:13:52.365" v="157"/>
          <ac:picMkLst>
            <pc:docMk/>
            <pc:sldMk cId="2295773467" sldId="278"/>
            <ac:picMk id="9" creationId="{523FEAFC-BBDB-8717-BCD6-EA1B228E2685}"/>
          </ac:picMkLst>
        </pc:picChg>
        <pc:picChg chg="add del mod">
          <ac:chgData name="Harika Chamarthi" userId="fdee45086a1505de" providerId="LiveId" clId="{FC75DEFD-6AF6-4EA0-AD5B-B0955BD464D0}" dt="2026-04-14T15:13:52.365" v="157"/>
          <ac:picMkLst>
            <pc:docMk/>
            <pc:sldMk cId="2295773467" sldId="278"/>
            <ac:picMk id="10" creationId="{A3E97466-80C5-03D5-2BC7-C9A1C6FD76AB}"/>
          </ac:picMkLst>
        </pc:picChg>
      </pc:sldChg>
      <pc:sldChg chg="addSp delSp modSp mod modTransition modAnim">
        <pc:chgData name="Harika Chamarthi" userId="fdee45086a1505de" providerId="LiveId" clId="{FC75DEFD-6AF6-4EA0-AD5B-B0955BD464D0}" dt="2026-04-14T15:13:52.365" v="157"/>
        <pc:sldMkLst>
          <pc:docMk/>
          <pc:sldMk cId="2999631085" sldId="279"/>
        </pc:sldMkLst>
        <pc:picChg chg="add del mod">
          <ac:chgData name="Harika Chamarthi" userId="fdee45086a1505de" providerId="LiveId" clId="{FC75DEFD-6AF6-4EA0-AD5B-B0955BD464D0}" dt="2026-04-14T14:28:37.334" v="112" actId="478"/>
          <ac:picMkLst>
            <pc:docMk/>
            <pc:sldMk cId="2999631085" sldId="279"/>
            <ac:picMk id="3" creationId="{1E0D949B-B17F-A4C2-67B9-C0B7A80F120F}"/>
          </ac:picMkLst>
        </pc:picChg>
        <pc:picChg chg="add del mod">
          <ac:chgData name="Harika Chamarthi" userId="fdee45086a1505de" providerId="LiveId" clId="{FC75DEFD-6AF6-4EA0-AD5B-B0955BD464D0}" dt="2026-04-14T14:17:21.577" v="36" actId="34819"/>
          <ac:picMkLst>
            <pc:docMk/>
            <pc:sldMk cId="2999631085" sldId="279"/>
            <ac:picMk id="4" creationId="{3125E7C3-85F6-BA3F-D78D-9326017CB131}"/>
          </ac:picMkLst>
        </pc:picChg>
        <pc:picChg chg="add del mod">
          <ac:chgData name="Harika Chamarthi" userId="fdee45086a1505de" providerId="LiveId" clId="{FC75DEFD-6AF6-4EA0-AD5B-B0955BD464D0}" dt="2026-04-14T14:18:13.910" v="47" actId="34818"/>
          <ac:picMkLst>
            <pc:docMk/>
            <pc:sldMk cId="2999631085" sldId="279"/>
            <ac:picMk id="4" creationId="{D6CC9DA8-11B2-0177-95CE-8ABC0A4B9207}"/>
          </ac:picMkLst>
        </pc:picChg>
        <pc:picChg chg="add del mod">
          <ac:chgData name="Harika Chamarthi" userId="fdee45086a1505de" providerId="LiveId" clId="{FC75DEFD-6AF6-4EA0-AD5B-B0955BD464D0}" dt="2026-04-14T14:22:47.933" v="107" actId="478"/>
          <ac:picMkLst>
            <pc:docMk/>
            <pc:sldMk cId="2999631085" sldId="279"/>
            <ac:picMk id="5" creationId="{DF33FD32-AFDD-7122-7E71-1824EB0EFE69}"/>
          </ac:picMkLst>
        </pc:picChg>
        <pc:picChg chg="add del mod">
          <ac:chgData name="Harika Chamarthi" userId="fdee45086a1505de" providerId="LiveId" clId="{FC75DEFD-6AF6-4EA0-AD5B-B0955BD464D0}" dt="2026-04-14T14:17:20.635" v="32" actId="34819"/>
          <ac:picMkLst>
            <pc:docMk/>
            <pc:sldMk cId="2999631085" sldId="279"/>
            <ac:picMk id="5" creationId="{F1DCEF0D-0F79-59EE-F8E1-4F905BFED02F}"/>
          </ac:picMkLst>
        </pc:picChg>
        <pc:picChg chg="add del mod">
          <ac:chgData name="Harika Chamarthi" userId="fdee45086a1505de" providerId="LiveId" clId="{FC75DEFD-6AF6-4EA0-AD5B-B0955BD464D0}" dt="2026-04-14T15:05:37.519" v="156"/>
          <ac:picMkLst>
            <pc:docMk/>
            <pc:sldMk cId="2999631085" sldId="279"/>
            <ac:picMk id="6" creationId="{D6C14D59-AE04-3CCD-8519-F8144743A5C9}"/>
          </ac:picMkLst>
        </pc:picChg>
        <pc:picChg chg="add del mod">
          <ac:chgData name="Harika Chamarthi" userId="fdee45086a1505de" providerId="LiveId" clId="{FC75DEFD-6AF6-4EA0-AD5B-B0955BD464D0}" dt="2026-04-14T15:05:37.519" v="156"/>
          <ac:picMkLst>
            <pc:docMk/>
            <pc:sldMk cId="2999631085" sldId="279"/>
            <ac:picMk id="7" creationId="{E78262F8-EE01-6188-82BB-B721F53471F0}"/>
          </ac:picMkLst>
        </pc:picChg>
        <pc:picChg chg="add del mod">
          <ac:chgData name="Harika Chamarthi" userId="fdee45086a1505de" providerId="LiveId" clId="{FC75DEFD-6AF6-4EA0-AD5B-B0955BD464D0}" dt="2026-04-14T15:13:52.365" v="157"/>
          <ac:picMkLst>
            <pc:docMk/>
            <pc:sldMk cId="2999631085" sldId="279"/>
            <ac:picMk id="8" creationId="{52F7C5A6-3823-A8EB-FA24-80AECF800B3D}"/>
          </ac:picMkLst>
        </pc:picChg>
        <pc:picChg chg="add del mod">
          <ac:chgData name="Harika Chamarthi" userId="fdee45086a1505de" providerId="LiveId" clId="{FC75DEFD-6AF6-4EA0-AD5B-B0955BD464D0}" dt="2026-04-14T15:13:52.365" v="157"/>
          <ac:picMkLst>
            <pc:docMk/>
            <pc:sldMk cId="2999631085" sldId="279"/>
            <ac:picMk id="9" creationId="{5A476F3A-A1F0-73C5-AC4C-8962958E98E5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909E65-6C09-4A30-A4CA-FD7AF9FB421C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38EA0DA-836B-4195-952B-E44D1277F1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51508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8EA0DA-836B-4195-952B-E44D1277F1B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18523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8EA0DA-836B-4195-952B-E44D1277F1B4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56207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8EA0DA-836B-4195-952B-E44D1277F1B4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704916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8EA0DA-836B-4195-952B-E44D1277F1B4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93796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37CAE7-C89A-4F24-2240-2934E049CC3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E40386F-E1C4-02A4-0F49-3662B65AA6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6AF437-EA81-ABA2-5B84-8F51276FCC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3C0DDC-BDAD-4675-9949-866C287A5945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5F6E3B-3DDC-F740-BC35-64776F6899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54F1A7-936D-063B-C93A-425E433FA7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AD4F1-B18D-4A1C-964E-321CC67D38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63969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AA2651-69EE-C630-0251-2C30F7CC38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62B6F1-C41C-A0A1-EF1D-BB38099044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4F86C1-B4B7-6CF1-D8F9-99800FF779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3C0DDC-BDAD-4675-9949-866C287A5945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469321-58D7-45A8-151A-A795F52081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524CFE-177F-266C-D425-C40FC1E191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AD4F1-B18D-4A1C-964E-321CC67D38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45574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400831-9DD6-5991-FA79-ACC2F5C12F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F3FD1E-075F-0C09-C366-4EF7C7F788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BD07F2-49A0-9330-82F7-B4E6972BC8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3C0DDC-BDAD-4675-9949-866C287A5945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A1E171-8BE6-B742-6154-5EC702A214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57A807-41C1-D077-623D-1EED31DE0E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AD4F1-B18D-4A1C-964E-321CC67D38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38827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0765B4-6C2E-0015-31E6-CC14148310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986A74-D4EB-D4DA-C744-82678B764B4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67231E1-DFC1-F87D-4A9F-AF2B80A199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A4D600-E718-1604-9988-DEB947CDD1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3C0DDC-BDAD-4675-9949-866C287A5945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12C231-B4B5-57B4-17DB-1220251587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231BCC-E971-6448-C286-14EB62DF30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AD4F1-B18D-4A1C-964E-321CC67D38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83353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666EFA-77EC-3F79-CA2D-0588796CEB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5A65EB-3757-E47F-CB21-658585B9FC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236481-CF7C-CC50-E835-17D08C54AA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469D028-B650-CD0D-3FEC-2479B960D73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2246F9E-9DF1-EED5-2635-BD438A77702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F4E6479-48D5-8E9E-D6C9-66B6FB86EA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3C0DDC-BDAD-4675-9949-866C287A5945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C1818A8-99E0-96ED-811D-17C38D6D5C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A6C6BC8-BFE2-640E-3B06-135B44775E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AD4F1-B18D-4A1C-964E-321CC67D38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6712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811CCB-A940-6DAD-8A44-6C5ED9FFC3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00B6904-4A7E-7CB5-16D5-7FB9964074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3C0DDC-BDAD-4675-9949-866C287A5945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097AEA1-5FE9-D9E0-7BFF-55847BC8D8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F0A3D5-1360-4554-A490-E0385EEA35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AD4F1-B18D-4A1C-964E-321CC67D38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54937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658A0DC-19AB-0E81-65DA-90356472F6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3C0DDC-BDAD-4675-9949-866C287A5945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11FA20C-337C-C6E0-4760-390B796041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A26ABF-BE6B-E187-83F9-D981AC5368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AD4F1-B18D-4A1C-964E-321CC67D38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03741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84F88B-4B40-02C0-C289-0B778B32F6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081BDB-8388-EC6F-BCA7-176E805B67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CE71E0-A389-C045-E253-D458D28B9E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AD5FFF-040A-4E6A-335A-66056CCAAA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3C0DDC-BDAD-4675-9949-866C287A5945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71D7A0-DA84-E652-D16F-109D2AE679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16A1C1-DECC-2159-F589-36E4E414DC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AD4F1-B18D-4A1C-964E-321CC67D38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63693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261560-B4E5-799F-1D61-527283323E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9F44623-60C4-4CE4-1A7D-EF3472FCE21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2F79E6-28BC-7406-38FA-A121B12B2C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A91984-372A-9957-CF84-E24EA0B0CF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3C0DDC-BDAD-4675-9949-866C287A5945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D61674-5444-19B2-890C-3639345D83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DB6CCC-D3EC-7B9C-1C00-1CD48CC6F9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AD4F1-B18D-4A1C-964E-321CC67D38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78454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3F6418-2F8B-2038-62C5-CFDCFD952F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8A95865-188E-A4C2-420B-57E55A18A8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8B398D-0D7C-13E1-675D-38ED933956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3C0DDC-BDAD-4675-9949-866C287A5945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16C4B3-F7C6-B058-73E5-1BDD8F73FA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CB7EC6-F997-9449-37A2-BA1105213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AD4F1-B18D-4A1C-964E-321CC67D38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5870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4482CCB-6133-91CB-32F0-4B6E5BBB2F3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D899DBE-FCBC-C7E4-0435-0B60F14557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7D759F-DE0B-E018-FA1B-50C75AE56A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3C0DDC-BDAD-4675-9949-866C287A5945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8D59C2-D248-1551-8CA9-494D840DC1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A7AFF6-6FDD-977A-7C70-14A2DF26FC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AD4F1-B18D-4A1C-964E-321CC67D38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30497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B640045-6440-00FA-91B3-874C4EB29C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A12156-54BB-EECE-11BA-65F18C44DA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E49A88-A2DE-F86D-667A-EE57B692244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63C0DDC-BDAD-4675-9949-866C287A5945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1E5B0D-0B80-CD4E-7116-F6A82F437E4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1FBB9F-5C7F-CD82-4EE8-6F985F2DD9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8FAD4F1-B18D-4A1C-964E-321CC67D38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01214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" Target="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4BEE9F-CB82-A1BE-C8B5-44FDDB627F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085924"/>
            <a:ext cx="9144000" cy="735934"/>
          </a:xfrm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LOGISTICS OPTIMIZATION USING SQL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C0F3250-661D-081F-3C32-671B144990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02659" y="3031767"/>
            <a:ext cx="9144000" cy="1655762"/>
          </a:xfrm>
        </p:spPr>
        <p:txBody>
          <a:bodyPr>
            <a:norm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ANALYSIS &amp; PERFORMANCE INSIGHTS ON LOGISTICS OPERATIONS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2984B2-CAA1-8C32-B048-459134C8DCA9}"/>
              </a:ext>
            </a:extLst>
          </p:cNvPr>
          <p:cNvSpPr txBox="1"/>
          <p:nvPr/>
        </p:nvSpPr>
        <p:spPr>
          <a:xfrm>
            <a:off x="196645" y="5673213"/>
            <a:ext cx="556505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NAME: HARIKA CHAMARTHI 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COURSE: INTERNSHALA DATA SCIENCE PLACEMENT PROGRAM </a:t>
            </a:r>
          </a:p>
        </p:txBody>
      </p:sp>
    </p:spTree>
    <p:extLst>
      <p:ext uri="{BB962C8B-B14F-4D97-AF65-F5344CB8AC3E}">
        <p14:creationId xmlns:p14="http://schemas.microsoft.com/office/powerpoint/2010/main" val="26018637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470BA4-674C-C11A-A3DA-2826A1FC5B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 1: DATA CLEANING &amp; PREPARATION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C4813A-FFA0-599D-60AC-4F0EBD2282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930298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Checked for duplicate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Order_ID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records 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Handled missing traffic delay values 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Verified date format consistency 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Identified invalid delivery dates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D13200A-188B-7FE0-848C-AE3F3F043889}"/>
              </a:ext>
            </a:extLst>
          </p:cNvPr>
          <p:cNvSpPr txBox="1"/>
          <p:nvPr/>
        </p:nvSpPr>
        <p:spPr>
          <a:xfrm>
            <a:off x="838200" y="3890860"/>
            <a:ext cx="109826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Ensured data quality before performing further analysis.</a:t>
            </a:r>
          </a:p>
        </p:txBody>
      </p:sp>
    </p:spTree>
    <p:extLst>
      <p:ext uri="{BB962C8B-B14F-4D97-AF65-F5344CB8AC3E}">
        <p14:creationId xmlns:p14="http://schemas.microsoft.com/office/powerpoint/2010/main" val="27733078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0EC349-B432-E427-0500-6B9A904A42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2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DUPLICATE &amp; MISSING DATA HANDLING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C0E2475-7877-842C-809E-D72CA1694D1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275437" y="1660196"/>
            <a:ext cx="5542936" cy="156966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56B3D0E-981D-D2B3-9E5E-616B745555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5437" y="3634296"/>
            <a:ext cx="5542937" cy="179857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56BE580-1CE6-3C7C-A69B-D4CC3922A127}"/>
              </a:ext>
            </a:extLst>
          </p:cNvPr>
          <p:cNvSpPr txBox="1"/>
          <p:nvPr/>
        </p:nvSpPr>
        <p:spPr>
          <a:xfrm>
            <a:off x="838200" y="1660196"/>
            <a:ext cx="4621161" cy="156966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duplicate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Order_ID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records</a:t>
            </a:r>
          </a:p>
          <a:p>
            <a:pPr marL="342900" indent="-342900">
              <a:buAutoNum type="arabicPeriod"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dirty="0">
                <a:latin typeface="Consolas" panose="020B0609020204030204" pitchFamily="49" charset="0"/>
                <a:cs typeface="Times New Roman" panose="02020603050405020304" pitchFamily="18" charset="0"/>
              </a:rPr>
              <a:t>SELECT </a:t>
            </a:r>
            <a:r>
              <a:rPr lang="en-US" sz="1600" dirty="0" err="1">
                <a:latin typeface="Consolas" panose="020B0609020204030204" pitchFamily="49" charset="0"/>
                <a:cs typeface="Times New Roman" panose="02020603050405020304" pitchFamily="18" charset="0"/>
              </a:rPr>
              <a:t>Order_ID</a:t>
            </a:r>
            <a:r>
              <a:rPr lang="en-US" sz="1600" dirty="0">
                <a:latin typeface="Consolas" panose="020B0609020204030204" pitchFamily="49" charset="0"/>
                <a:cs typeface="Times New Roman" panose="02020603050405020304" pitchFamily="18" charset="0"/>
              </a:rPr>
              <a:t> , COUNT(*) AS count</a:t>
            </a:r>
          </a:p>
          <a:p>
            <a:r>
              <a:rPr lang="en-US" sz="1600" dirty="0">
                <a:latin typeface="Consolas" panose="020B0609020204030204" pitchFamily="49" charset="0"/>
                <a:cs typeface="Times New Roman" panose="02020603050405020304" pitchFamily="18" charset="0"/>
              </a:rPr>
              <a:t>FROM orders</a:t>
            </a:r>
          </a:p>
          <a:p>
            <a:r>
              <a:rPr lang="en-US" sz="1600" dirty="0">
                <a:latin typeface="Consolas" panose="020B0609020204030204" pitchFamily="49" charset="0"/>
                <a:cs typeface="Times New Roman" panose="02020603050405020304" pitchFamily="18" charset="0"/>
              </a:rPr>
              <a:t>GROUP BY </a:t>
            </a:r>
            <a:r>
              <a:rPr lang="en-US" sz="1600" dirty="0" err="1">
                <a:latin typeface="Consolas" panose="020B0609020204030204" pitchFamily="49" charset="0"/>
                <a:cs typeface="Times New Roman" panose="02020603050405020304" pitchFamily="18" charset="0"/>
              </a:rPr>
              <a:t>Order_ID</a:t>
            </a:r>
            <a:endParaRPr lang="en-US" sz="1600" dirty="0">
              <a:latin typeface="Consolas" panose="020B0609020204030204" pitchFamily="49" charset="0"/>
              <a:cs typeface="Times New Roman" panose="02020603050405020304" pitchFamily="18" charset="0"/>
            </a:endParaRPr>
          </a:p>
          <a:p>
            <a:r>
              <a:rPr lang="en-US" sz="1600" dirty="0">
                <a:latin typeface="Consolas" panose="020B0609020204030204" pitchFamily="49" charset="0"/>
                <a:cs typeface="Times New Roman" panose="02020603050405020304" pitchFamily="18" charset="0"/>
              </a:rPr>
              <a:t>HAVING COUNT(*) &gt; 1;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D881694-5A75-354D-A99D-79D4ACCD5B21}"/>
              </a:ext>
            </a:extLst>
          </p:cNvPr>
          <p:cNvSpPr txBox="1"/>
          <p:nvPr/>
        </p:nvSpPr>
        <p:spPr>
          <a:xfrm>
            <a:off x="838199" y="3616986"/>
            <a:ext cx="4621161" cy="181588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Check for NULL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Traffic_Delay_Min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values</a:t>
            </a:r>
          </a:p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dirty="0">
                <a:latin typeface="Consolas" panose="020B0609020204030204" pitchFamily="49" charset="0"/>
                <a:cs typeface="Times New Roman" panose="02020603050405020304" pitchFamily="18" charset="0"/>
              </a:rPr>
              <a:t>SELECT * </a:t>
            </a:r>
          </a:p>
          <a:p>
            <a:r>
              <a:rPr lang="en-US" sz="1600" dirty="0">
                <a:latin typeface="Consolas" panose="020B0609020204030204" pitchFamily="49" charset="0"/>
                <a:cs typeface="Times New Roman" panose="02020603050405020304" pitchFamily="18" charset="0"/>
              </a:rPr>
              <a:t>FROM routes</a:t>
            </a:r>
          </a:p>
          <a:p>
            <a:r>
              <a:rPr lang="en-US" sz="1600" dirty="0">
                <a:latin typeface="Consolas" panose="020B0609020204030204" pitchFamily="49" charset="0"/>
                <a:cs typeface="Times New Roman" panose="02020603050405020304" pitchFamily="18" charset="0"/>
              </a:rPr>
              <a:t>WHERE </a:t>
            </a:r>
            <a:r>
              <a:rPr lang="en-US" sz="1600" dirty="0" err="1">
                <a:latin typeface="Consolas" panose="020B0609020204030204" pitchFamily="49" charset="0"/>
                <a:cs typeface="Times New Roman" panose="02020603050405020304" pitchFamily="18" charset="0"/>
              </a:rPr>
              <a:t>Traffic_Delay_Min</a:t>
            </a:r>
            <a:r>
              <a:rPr lang="en-US" sz="1600" dirty="0">
                <a:latin typeface="Consolas" panose="020B0609020204030204" pitchFamily="49" charset="0"/>
                <a:cs typeface="Times New Roman" panose="02020603050405020304" pitchFamily="18" charset="0"/>
              </a:rPr>
              <a:t> is NULL;</a:t>
            </a:r>
          </a:p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F8671CF-4259-E6FA-3B88-343C50FF81AC}"/>
              </a:ext>
            </a:extLst>
          </p:cNvPr>
          <p:cNvSpPr txBox="1"/>
          <p:nvPr/>
        </p:nvSpPr>
        <p:spPr>
          <a:xfrm>
            <a:off x="838199" y="5938684"/>
            <a:ext cx="10695040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duplicate or missing values were found, indicating high data quality.</a:t>
            </a:r>
          </a:p>
        </p:txBody>
      </p:sp>
    </p:spTree>
    <p:extLst>
      <p:ext uri="{BB962C8B-B14F-4D97-AF65-F5344CB8AC3E}">
        <p14:creationId xmlns:p14="http://schemas.microsoft.com/office/powerpoint/2010/main" val="18219109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3E616B-94E6-1041-641D-2B00827978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37765"/>
          </a:xfrm>
        </p:spPr>
        <p:txBody>
          <a:bodyPr>
            <a:normAutofit/>
          </a:bodyPr>
          <a:lstStyle/>
          <a:p>
            <a:pPr algn="ctr"/>
            <a:r>
              <a:rPr lang="en-US" sz="2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DATE VALIDATION &amp; ERROR HANDLING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FD4D55-0F24-F9D6-AEF7-0B37E718B4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5474" y="1002890"/>
            <a:ext cx="4962046" cy="5580790"/>
          </a:xfrm>
          <a:ln>
            <a:solidFill>
              <a:schemeClr val="tx1"/>
            </a:solidFill>
          </a:ln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Date Format Validation</a:t>
            </a:r>
          </a:p>
          <a:p>
            <a:pPr marL="0" indent="0">
              <a:buNone/>
            </a:pPr>
            <a:r>
              <a:rPr lang="en-US" sz="1600" dirty="0">
                <a:latin typeface="Consolas" panose="020B0609020204030204" pitchFamily="49" charset="0"/>
                <a:cs typeface="Times New Roman" panose="02020603050405020304" pitchFamily="18" charset="0"/>
              </a:rPr>
              <a:t>SELECT </a:t>
            </a:r>
            <a:r>
              <a:rPr lang="en-US" sz="1600" dirty="0" err="1">
                <a:latin typeface="Consolas" panose="020B0609020204030204" pitchFamily="49" charset="0"/>
                <a:cs typeface="Times New Roman" panose="02020603050405020304" pitchFamily="18" charset="0"/>
              </a:rPr>
              <a:t>Order_Date</a:t>
            </a:r>
            <a:r>
              <a:rPr lang="en-US" sz="1600" dirty="0">
                <a:latin typeface="Consolas" panose="020B0609020204030204" pitchFamily="49" charset="0"/>
                <a:cs typeface="Times New Roman" panose="02020603050405020304" pitchFamily="18" charset="0"/>
              </a:rPr>
              <a:t>, </a:t>
            </a:r>
            <a:r>
              <a:rPr lang="en-US" sz="1600" dirty="0" err="1">
                <a:latin typeface="Consolas" panose="020B0609020204030204" pitchFamily="49" charset="0"/>
                <a:cs typeface="Times New Roman" panose="02020603050405020304" pitchFamily="18" charset="0"/>
              </a:rPr>
              <a:t>Expected_Delivery_Date</a:t>
            </a:r>
            <a:r>
              <a:rPr lang="en-US" sz="1600" dirty="0">
                <a:latin typeface="Consolas" panose="020B0609020204030204" pitchFamily="49" charset="0"/>
                <a:cs typeface="Times New Roman" panose="02020603050405020304" pitchFamily="18" charset="0"/>
              </a:rPr>
              <a:t>, </a:t>
            </a:r>
            <a:r>
              <a:rPr lang="en-US" sz="1600" dirty="0" err="1">
                <a:latin typeface="Consolas" panose="020B0609020204030204" pitchFamily="49" charset="0"/>
                <a:cs typeface="Times New Roman" panose="02020603050405020304" pitchFamily="18" charset="0"/>
              </a:rPr>
              <a:t>Actual_Delivery_Date</a:t>
            </a:r>
            <a:endParaRPr lang="en-US" sz="1600" dirty="0">
              <a:latin typeface="Consolas" panose="020B0609020204030204" pitchFamily="49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600" dirty="0">
                <a:latin typeface="Consolas" panose="020B0609020204030204" pitchFamily="49" charset="0"/>
                <a:cs typeface="Times New Roman" panose="02020603050405020304" pitchFamily="18" charset="0"/>
              </a:rPr>
              <a:t>FROM orders;</a:t>
            </a:r>
          </a:p>
          <a:p>
            <a:pPr marL="0" indent="0">
              <a:buNone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Invalid Date Detection</a:t>
            </a:r>
          </a:p>
          <a:p>
            <a:pPr marL="0" indent="0">
              <a:buNone/>
            </a:pPr>
            <a:r>
              <a:rPr lang="en-US" sz="1600" dirty="0">
                <a:latin typeface="Consolas" panose="020B0609020204030204" pitchFamily="49" charset="0"/>
                <a:cs typeface="Times New Roman" panose="02020603050405020304" pitchFamily="18" charset="0"/>
              </a:rPr>
              <a:t>SELECT </a:t>
            </a:r>
            <a:r>
              <a:rPr lang="en-US" sz="1600" dirty="0" err="1">
                <a:latin typeface="Consolas" panose="020B0609020204030204" pitchFamily="49" charset="0"/>
                <a:cs typeface="Times New Roman" panose="02020603050405020304" pitchFamily="18" charset="0"/>
              </a:rPr>
              <a:t>Order_ID</a:t>
            </a:r>
            <a:r>
              <a:rPr lang="en-US" sz="1600" dirty="0">
                <a:latin typeface="Consolas" panose="020B0609020204030204" pitchFamily="49" charset="0"/>
                <a:cs typeface="Times New Roman" panose="02020603050405020304" pitchFamily="18" charset="0"/>
              </a:rPr>
              <a:t>, </a:t>
            </a:r>
            <a:r>
              <a:rPr lang="en-US" sz="1600" dirty="0" err="1">
                <a:latin typeface="Consolas" panose="020B0609020204030204" pitchFamily="49" charset="0"/>
                <a:cs typeface="Times New Roman" panose="02020603050405020304" pitchFamily="18" charset="0"/>
              </a:rPr>
              <a:t>Order_Date</a:t>
            </a:r>
            <a:r>
              <a:rPr lang="en-US" sz="1600" dirty="0">
                <a:latin typeface="Consolas" panose="020B0609020204030204" pitchFamily="49" charset="0"/>
                <a:cs typeface="Times New Roman" panose="02020603050405020304" pitchFamily="18" charset="0"/>
              </a:rPr>
              <a:t>, </a:t>
            </a:r>
            <a:r>
              <a:rPr lang="en-US" sz="1600" dirty="0" err="1">
                <a:latin typeface="Consolas" panose="020B0609020204030204" pitchFamily="49" charset="0"/>
                <a:cs typeface="Times New Roman" panose="02020603050405020304" pitchFamily="18" charset="0"/>
              </a:rPr>
              <a:t>Actual_Delivery_Date</a:t>
            </a:r>
            <a:endParaRPr lang="en-US" sz="1600" dirty="0">
              <a:latin typeface="Consolas" panose="020B0609020204030204" pitchFamily="49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600" dirty="0">
                <a:latin typeface="Consolas" panose="020B0609020204030204" pitchFamily="49" charset="0"/>
                <a:cs typeface="Times New Roman" panose="02020603050405020304" pitchFamily="18" charset="0"/>
              </a:rPr>
              <a:t>FROM orders</a:t>
            </a:r>
          </a:p>
          <a:p>
            <a:pPr marL="0" indent="0">
              <a:buNone/>
            </a:pPr>
            <a:r>
              <a:rPr lang="en-US" sz="1600" dirty="0">
                <a:latin typeface="Consolas" panose="020B0609020204030204" pitchFamily="49" charset="0"/>
                <a:cs typeface="Times New Roman" panose="02020603050405020304" pitchFamily="18" charset="0"/>
              </a:rPr>
              <a:t>WHERE </a:t>
            </a:r>
            <a:r>
              <a:rPr lang="en-US" sz="1600" dirty="0" err="1">
                <a:latin typeface="Consolas" panose="020B0609020204030204" pitchFamily="49" charset="0"/>
                <a:cs typeface="Times New Roman" panose="02020603050405020304" pitchFamily="18" charset="0"/>
              </a:rPr>
              <a:t>Actual_Delivery_Date</a:t>
            </a:r>
            <a:r>
              <a:rPr lang="en-US" sz="1600" dirty="0">
                <a:latin typeface="Consolas" panose="020B0609020204030204" pitchFamily="49" charset="0"/>
                <a:cs typeface="Times New Roman" panose="02020603050405020304" pitchFamily="18" charset="0"/>
              </a:rPr>
              <a:t> &lt; </a:t>
            </a:r>
            <a:r>
              <a:rPr lang="en-US" sz="1600" dirty="0" err="1">
                <a:latin typeface="Consolas" panose="020B0609020204030204" pitchFamily="49" charset="0"/>
                <a:cs typeface="Times New Roman" panose="02020603050405020304" pitchFamily="18" charset="0"/>
              </a:rPr>
              <a:t>Order_Date</a:t>
            </a:r>
            <a:r>
              <a:rPr lang="en-US" sz="1600" dirty="0">
                <a:latin typeface="Consolas" panose="020B0609020204030204" pitchFamily="49" charset="0"/>
                <a:cs typeface="Times New Roman" panose="02020603050405020304" pitchFamily="18" charset="0"/>
              </a:rPr>
              <a:t>;</a:t>
            </a:r>
          </a:p>
          <a:p>
            <a:pPr marL="0" indent="0">
              <a:buNone/>
            </a:pPr>
            <a:endParaRPr lang="en-US" sz="1600" dirty="0">
              <a:latin typeface="Consolas" panose="020B0609020204030204" pitchFamily="49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Invalid Data Flagging</a:t>
            </a:r>
          </a:p>
          <a:p>
            <a:pPr marL="0" indent="0">
              <a:buNone/>
            </a:pPr>
            <a:r>
              <a:rPr lang="en-US" sz="1600" dirty="0">
                <a:latin typeface="Consolas" panose="020B0609020204030204" pitchFamily="49" charset="0"/>
                <a:cs typeface="Times New Roman" panose="02020603050405020304" pitchFamily="18" charset="0"/>
              </a:rPr>
              <a:t>ALTER TABLE orders ADD COLUMN </a:t>
            </a:r>
            <a:r>
              <a:rPr lang="en-US" sz="1600" dirty="0" err="1">
                <a:latin typeface="Consolas" panose="020B0609020204030204" pitchFamily="49" charset="0"/>
                <a:cs typeface="Times New Roman" panose="02020603050405020304" pitchFamily="18" charset="0"/>
              </a:rPr>
              <a:t>Invalid_Date_Flag</a:t>
            </a:r>
            <a:r>
              <a:rPr lang="en-US" sz="1600" dirty="0">
                <a:latin typeface="Consolas" panose="020B0609020204030204" pitchFamily="49" charset="0"/>
                <a:cs typeface="Times New Roman" panose="02020603050405020304" pitchFamily="18" charset="0"/>
              </a:rPr>
              <a:t> VARCHAR(10);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600" dirty="0">
                <a:latin typeface="Consolas" panose="020B0609020204030204" pitchFamily="49" charset="0"/>
                <a:cs typeface="Times New Roman" panose="02020603050405020304" pitchFamily="18" charset="0"/>
              </a:rPr>
              <a:t>UPDATE orders</a:t>
            </a:r>
          </a:p>
          <a:p>
            <a:pPr marL="0" indent="0">
              <a:buNone/>
            </a:pPr>
            <a:r>
              <a:rPr lang="en-US" sz="1600" dirty="0">
                <a:latin typeface="Consolas" panose="020B0609020204030204" pitchFamily="49" charset="0"/>
                <a:cs typeface="Times New Roman" panose="02020603050405020304" pitchFamily="18" charset="0"/>
              </a:rPr>
              <a:t>SET </a:t>
            </a:r>
            <a:r>
              <a:rPr lang="en-US" sz="1600" dirty="0" err="1">
                <a:latin typeface="Consolas" panose="020B0609020204030204" pitchFamily="49" charset="0"/>
                <a:cs typeface="Times New Roman" panose="02020603050405020304" pitchFamily="18" charset="0"/>
              </a:rPr>
              <a:t>Invalid_Date_Flag</a:t>
            </a:r>
            <a:r>
              <a:rPr lang="en-US" sz="1600" dirty="0">
                <a:latin typeface="Consolas" panose="020B0609020204030204" pitchFamily="49" charset="0"/>
                <a:cs typeface="Times New Roman" panose="02020603050405020304" pitchFamily="18" charset="0"/>
              </a:rPr>
              <a:t> = 'Invalid'</a:t>
            </a:r>
          </a:p>
          <a:p>
            <a:pPr marL="0" indent="0">
              <a:buNone/>
            </a:pPr>
            <a:r>
              <a:rPr lang="en-US" sz="1600" dirty="0">
                <a:latin typeface="Consolas" panose="020B0609020204030204" pitchFamily="49" charset="0"/>
                <a:cs typeface="Times New Roman" panose="02020603050405020304" pitchFamily="18" charset="0"/>
              </a:rPr>
              <a:t>WHERE </a:t>
            </a:r>
            <a:r>
              <a:rPr lang="en-US" sz="1600" dirty="0" err="1">
                <a:latin typeface="Consolas" panose="020B0609020204030204" pitchFamily="49" charset="0"/>
                <a:cs typeface="Times New Roman" panose="02020603050405020304" pitchFamily="18" charset="0"/>
              </a:rPr>
              <a:t>Actual_Delivery_Date</a:t>
            </a:r>
            <a:r>
              <a:rPr lang="en-US" sz="1600" dirty="0">
                <a:latin typeface="Consolas" panose="020B0609020204030204" pitchFamily="49" charset="0"/>
                <a:cs typeface="Times New Roman" panose="02020603050405020304" pitchFamily="18" charset="0"/>
              </a:rPr>
              <a:t> &lt; </a:t>
            </a:r>
            <a:r>
              <a:rPr lang="en-US" sz="1600" dirty="0" err="1">
                <a:latin typeface="Consolas" panose="020B0609020204030204" pitchFamily="49" charset="0"/>
                <a:cs typeface="Times New Roman" panose="02020603050405020304" pitchFamily="18" charset="0"/>
              </a:rPr>
              <a:t>Order_Date</a:t>
            </a:r>
            <a:r>
              <a:rPr lang="en-US" sz="1600" dirty="0">
                <a:latin typeface="Consolas" panose="020B0609020204030204" pitchFamily="49" charset="0"/>
                <a:cs typeface="Times New Roman" panose="02020603050405020304" pitchFamily="18" charset="0"/>
              </a:rPr>
              <a:t>;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DEF5C0C-ED12-CF76-0F68-45978CDBB0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2311" y="1007491"/>
            <a:ext cx="5652926" cy="171398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CD10A21-373C-0A04-D5DA-D1CF50C8FD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1" y="3271192"/>
            <a:ext cx="5652926" cy="1595447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2B6F41B-8EB4-E3ED-7BE1-3A8240F218F3}"/>
              </a:ext>
            </a:extLst>
          </p:cNvPr>
          <p:cNvSpPr txBox="1"/>
          <p:nvPr/>
        </p:nvSpPr>
        <p:spPr>
          <a:xfrm>
            <a:off x="5943600" y="5181600"/>
            <a:ext cx="5652926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invalid date records were found. All delivery data is consistent.</a:t>
            </a:r>
          </a:p>
        </p:txBody>
      </p:sp>
    </p:spTree>
    <p:extLst>
      <p:ext uri="{BB962C8B-B14F-4D97-AF65-F5344CB8AC3E}">
        <p14:creationId xmlns:p14="http://schemas.microsoft.com/office/powerpoint/2010/main" val="29060375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191028-0A2E-B81C-DAF2-70D98E0293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 2: DELIVERY DELAY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17A395-FB2E-3295-BD7B-501D06F59A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Calculated delivery delay for each order 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Identified top delayed routes 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Ranked orders within each warehouse using window functions 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Analyzed delivery performance to identify delays and operational inefficiencies.</a:t>
            </a:r>
          </a:p>
        </p:txBody>
      </p:sp>
    </p:spTree>
    <p:extLst>
      <p:ext uri="{BB962C8B-B14F-4D97-AF65-F5344CB8AC3E}">
        <p14:creationId xmlns:p14="http://schemas.microsoft.com/office/powerpoint/2010/main" val="2123927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B329FD-B237-B9D1-F2AA-9ED613F686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61034"/>
          </a:xfrm>
        </p:spPr>
        <p:txBody>
          <a:bodyPr>
            <a:normAutofit/>
          </a:bodyPr>
          <a:lstStyle/>
          <a:p>
            <a:pPr algn="ctr"/>
            <a:r>
              <a:rPr lang="en-US" sz="2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DELIVERY DELAY CALCULATION &amp; ROUTE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BF3123-AB9F-D2B2-358C-1670CC8F07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81511"/>
            <a:ext cx="5359400" cy="4952820"/>
          </a:xfrm>
          <a:ln>
            <a:solidFill>
              <a:schemeClr val="tx1"/>
            </a:solidFill>
          </a:ln>
        </p:spPr>
        <p:txBody>
          <a:bodyPr>
            <a:normAutofit/>
          </a:bodyPr>
          <a:lstStyle/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Delay calculation:</a:t>
            </a:r>
          </a:p>
          <a:p>
            <a:pPr marL="0" indent="0">
              <a:buNone/>
            </a:pPr>
            <a:r>
              <a:rPr lang="en-US" sz="1600" dirty="0">
                <a:latin typeface="Consolas" panose="020B0609020204030204" pitchFamily="49" charset="0"/>
                <a:cs typeface="Times New Roman" panose="02020603050405020304" pitchFamily="18" charset="0"/>
              </a:rPr>
              <a:t>SELECT </a:t>
            </a:r>
            <a:br>
              <a:rPr lang="en-US" sz="1600" dirty="0">
                <a:latin typeface="Consolas" panose="020B0609020204030204" pitchFamily="49" charset="0"/>
                <a:cs typeface="Times New Roman" panose="02020603050405020304" pitchFamily="18" charset="0"/>
              </a:rPr>
            </a:br>
            <a:r>
              <a:rPr lang="en-US" sz="1600" dirty="0">
                <a:latin typeface="Consolas" panose="020B0609020204030204" pitchFamily="49" charset="0"/>
                <a:cs typeface="Times New Roman" panose="02020603050405020304" pitchFamily="18" charset="0"/>
              </a:rPr>
              <a:t>    </a:t>
            </a:r>
            <a:r>
              <a:rPr lang="en-US" sz="1600" dirty="0" err="1">
                <a:latin typeface="Consolas" panose="020B0609020204030204" pitchFamily="49" charset="0"/>
                <a:cs typeface="Times New Roman" panose="02020603050405020304" pitchFamily="18" charset="0"/>
              </a:rPr>
              <a:t>Order_ID</a:t>
            </a:r>
            <a:r>
              <a:rPr lang="en-US" sz="1600" dirty="0">
                <a:latin typeface="Consolas" panose="020B0609020204030204" pitchFamily="49" charset="0"/>
                <a:cs typeface="Times New Roman" panose="02020603050405020304" pitchFamily="18" charset="0"/>
              </a:rPr>
              <a:t>,</a:t>
            </a:r>
            <a:br>
              <a:rPr lang="en-US" sz="1600" dirty="0">
                <a:latin typeface="Consolas" panose="020B0609020204030204" pitchFamily="49" charset="0"/>
                <a:cs typeface="Times New Roman" panose="02020603050405020304" pitchFamily="18" charset="0"/>
              </a:rPr>
            </a:br>
            <a:r>
              <a:rPr lang="en-US" sz="1600" dirty="0">
                <a:latin typeface="Consolas" panose="020B0609020204030204" pitchFamily="49" charset="0"/>
                <a:cs typeface="Times New Roman" panose="02020603050405020304" pitchFamily="18" charset="0"/>
              </a:rPr>
              <a:t>    </a:t>
            </a:r>
            <a:r>
              <a:rPr lang="en-US" sz="1600" dirty="0" err="1">
                <a:latin typeface="Consolas" panose="020B0609020204030204" pitchFamily="49" charset="0"/>
                <a:cs typeface="Times New Roman" panose="02020603050405020304" pitchFamily="18" charset="0"/>
              </a:rPr>
              <a:t>Expected_Delivery_Date</a:t>
            </a:r>
            <a:r>
              <a:rPr lang="en-US" sz="1600" dirty="0">
                <a:latin typeface="Consolas" panose="020B0609020204030204" pitchFamily="49" charset="0"/>
                <a:cs typeface="Times New Roman" panose="02020603050405020304" pitchFamily="18" charset="0"/>
              </a:rPr>
              <a:t>,</a:t>
            </a:r>
            <a:br>
              <a:rPr lang="en-US" sz="1600" dirty="0">
                <a:latin typeface="Consolas" panose="020B0609020204030204" pitchFamily="49" charset="0"/>
                <a:cs typeface="Times New Roman" panose="02020603050405020304" pitchFamily="18" charset="0"/>
              </a:rPr>
            </a:br>
            <a:r>
              <a:rPr lang="en-US" sz="1600" dirty="0">
                <a:latin typeface="Consolas" panose="020B0609020204030204" pitchFamily="49" charset="0"/>
                <a:cs typeface="Times New Roman" panose="02020603050405020304" pitchFamily="18" charset="0"/>
              </a:rPr>
              <a:t>    </a:t>
            </a:r>
            <a:r>
              <a:rPr lang="en-US" sz="1600" dirty="0" err="1">
                <a:latin typeface="Consolas" panose="020B0609020204030204" pitchFamily="49" charset="0"/>
                <a:cs typeface="Times New Roman" panose="02020603050405020304" pitchFamily="18" charset="0"/>
              </a:rPr>
              <a:t>Actual_Delivery_Date</a:t>
            </a:r>
            <a:r>
              <a:rPr lang="en-US" sz="1600" dirty="0">
                <a:latin typeface="Consolas" panose="020B0609020204030204" pitchFamily="49" charset="0"/>
                <a:cs typeface="Times New Roman" panose="02020603050405020304" pitchFamily="18" charset="0"/>
              </a:rPr>
              <a:t>,</a:t>
            </a:r>
            <a:br>
              <a:rPr lang="en-US" sz="1600" dirty="0">
                <a:latin typeface="Consolas" panose="020B0609020204030204" pitchFamily="49" charset="0"/>
                <a:cs typeface="Times New Roman" panose="02020603050405020304" pitchFamily="18" charset="0"/>
              </a:rPr>
            </a:br>
            <a:r>
              <a:rPr lang="en-US" sz="1600" dirty="0">
                <a:latin typeface="Consolas" panose="020B0609020204030204" pitchFamily="49" charset="0"/>
                <a:cs typeface="Times New Roman" panose="02020603050405020304" pitchFamily="18" charset="0"/>
              </a:rPr>
              <a:t>    DATEDIFF(</a:t>
            </a:r>
            <a:r>
              <a:rPr lang="en-US" sz="1600" dirty="0" err="1">
                <a:latin typeface="Consolas" panose="020B0609020204030204" pitchFamily="49" charset="0"/>
                <a:cs typeface="Times New Roman" panose="02020603050405020304" pitchFamily="18" charset="0"/>
              </a:rPr>
              <a:t>Actual_Delivery_Date</a:t>
            </a:r>
            <a:r>
              <a:rPr lang="en-US" sz="1600" dirty="0">
                <a:latin typeface="Consolas" panose="020B0609020204030204" pitchFamily="49" charset="0"/>
                <a:cs typeface="Times New Roman" panose="02020603050405020304" pitchFamily="18" charset="0"/>
              </a:rPr>
              <a:t>,</a:t>
            </a:r>
          </a:p>
          <a:p>
            <a:pPr marL="0" indent="0">
              <a:buNone/>
            </a:pPr>
            <a:r>
              <a:rPr lang="en-US" sz="1600" dirty="0">
                <a:latin typeface="Consolas" panose="020B0609020204030204" pitchFamily="49" charset="0"/>
                <a:cs typeface="Times New Roman" panose="02020603050405020304" pitchFamily="18" charset="0"/>
              </a:rPr>
              <a:t>    </a:t>
            </a:r>
            <a:r>
              <a:rPr lang="en-US" sz="1600" dirty="0" err="1">
                <a:latin typeface="Consolas" panose="020B0609020204030204" pitchFamily="49" charset="0"/>
                <a:cs typeface="Times New Roman" panose="02020603050405020304" pitchFamily="18" charset="0"/>
              </a:rPr>
              <a:t>Expected_Delivery_Date</a:t>
            </a:r>
            <a:r>
              <a:rPr lang="en-US" sz="1600" dirty="0">
                <a:latin typeface="Consolas" panose="020B0609020204030204" pitchFamily="49" charset="0"/>
                <a:cs typeface="Times New Roman" panose="02020603050405020304" pitchFamily="18" charset="0"/>
              </a:rPr>
              <a:t>) AS </a:t>
            </a:r>
            <a:r>
              <a:rPr lang="en-US" sz="1600" dirty="0" err="1">
                <a:latin typeface="Consolas" panose="020B0609020204030204" pitchFamily="49" charset="0"/>
                <a:cs typeface="Times New Roman" panose="02020603050405020304" pitchFamily="18" charset="0"/>
              </a:rPr>
              <a:t>Delay_Days</a:t>
            </a:r>
            <a:br>
              <a:rPr lang="en-US" sz="1600" dirty="0">
                <a:latin typeface="Consolas" panose="020B0609020204030204" pitchFamily="49" charset="0"/>
                <a:cs typeface="Times New Roman" panose="02020603050405020304" pitchFamily="18" charset="0"/>
              </a:rPr>
            </a:br>
            <a:r>
              <a:rPr lang="en-US" sz="1600" dirty="0">
                <a:latin typeface="Consolas" panose="020B0609020204030204" pitchFamily="49" charset="0"/>
                <a:cs typeface="Times New Roman" panose="02020603050405020304" pitchFamily="18" charset="0"/>
              </a:rPr>
              <a:t>FROM orders;</a:t>
            </a:r>
          </a:p>
          <a:p>
            <a:pPr marL="0" indent="0">
              <a:buNone/>
            </a:pPr>
            <a:endParaRPr lang="en-US" sz="1600" dirty="0">
              <a:latin typeface="Consolas" panose="020B0609020204030204" pitchFamily="49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1600" dirty="0">
              <a:latin typeface="Consolas" panose="020B0609020204030204" pitchFamily="49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1600" dirty="0">
              <a:latin typeface="Consolas" panose="020B0609020204030204" pitchFamily="49" charset="0"/>
              <a:cs typeface="Times New Roman" panose="02020603050405020304" pitchFamily="18" charset="0"/>
            </a:endParaRPr>
          </a:p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 delayed routes:</a:t>
            </a:r>
          </a:p>
          <a:p>
            <a:pPr marL="0" indent="0">
              <a:buNone/>
            </a:pPr>
            <a:r>
              <a:rPr lang="en-US" sz="1600" dirty="0">
                <a:latin typeface="Consolas" panose="020B0609020204030204" pitchFamily="49" charset="0"/>
                <a:cs typeface="Times New Roman" panose="02020603050405020304" pitchFamily="18" charset="0"/>
              </a:rPr>
              <a:t>SELECT </a:t>
            </a:r>
            <a:br>
              <a:rPr lang="en-US" sz="1600" dirty="0">
                <a:latin typeface="Consolas" panose="020B0609020204030204" pitchFamily="49" charset="0"/>
                <a:cs typeface="Times New Roman" panose="02020603050405020304" pitchFamily="18" charset="0"/>
              </a:rPr>
            </a:br>
            <a:r>
              <a:rPr lang="en-US" sz="1600" dirty="0">
                <a:latin typeface="Consolas" panose="020B0609020204030204" pitchFamily="49" charset="0"/>
                <a:cs typeface="Times New Roman" panose="02020603050405020304" pitchFamily="18" charset="0"/>
              </a:rPr>
              <a:t>    </a:t>
            </a:r>
            <a:r>
              <a:rPr lang="en-US" sz="1600" dirty="0" err="1">
                <a:latin typeface="Consolas" panose="020B0609020204030204" pitchFamily="49" charset="0"/>
                <a:cs typeface="Times New Roman" panose="02020603050405020304" pitchFamily="18" charset="0"/>
              </a:rPr>
              <a:t>Route_ID</a:t>
            </a:r>
            <a:r>
              <a:rPr lang="en-US" sz="1600" dirty="0">
                <a:latin typeface="Consolas" panose="020B0609020204030204" pitchFamily="49" charset="0"/>
                <a:cs typeface="Times New Roman" panose="02020603050405020304" pitchFamily="18" charset="0"/>
              </a:rPr>
              <a:t>,</a:t>
            </a:r>
            <a:br>
              <a:rPr lang="en-US" sz="1600" dirty="0">
                <a:latin typeface="Consolas" panose="020B0609020204030204" pitchFamily="49" charset="0"/>
                <a:cs typeface="Times New Roman" panose="02020603050405020304" pitchFamily="18" charset="0"/>
              </a:rPr>
            </a:br>
            <a:r>
              <a:rPr lang="en-US" sz="1600" dirty="0">
                <a:latin typeface="Consolas" panose="020B0609020204030204" pitchFamily="49" charset="0"/>
                <a:cs typeface="Times New Roman" panose="02020603050405020304" pitchFamily="18" charset="0"/>
              </a:rPr>
              <a:t>    AVG(</a:t>
            </a:r>
            <a:r>
              <a:rPr lang="en-US" sz="1600" dirty="0" err="1">
                <a:latin typeface="Consolas" panose="020B0609020204030204" pitchFamily="49" charset="0"/>
                <a:cs typeface="Times New Roman" panose="02020603050405020304" pitchFamily="18" charset="0"/>
              </a:rPr>
              <a:t>Delay_Days</a:t>
            </a:r>
            <a:r>
              <a:rPr lang="en-US" sz="1600" dirty="0">
                <a:latin typeface="Consolas" panose="020B0609020204030204" pitchFamily="49" charset="0"/>
                <a:cs typeface="Times New Roman" panose="02020603050405020304" pitchFamily="18" charset="0"/>
              </a:rPr>
              <a:t>) AS </a:t>
            </a:r>
            <a:r>
              <a:rPr lang="en-US" sz="1600" dirty="0" err="1">
                <a:latin typeface="Consolas" panose="020B0609020204030204" pitchFamily="49" charset="0"/>
                <a:cs typeface="Times New Roman" panose="02020603050405020304" pitchFamily="18" charset="0"/>
              </a:rPr>
              <a:t>Avg_Delay</a:t>
            </a:r>
            <a:br>
              <a:rPr lang="en-US" sz="1600" dirty="0">
                <a:latin typeface="Consolas" panose="020B0609020204030204" pitchFamily="49" charset="0"/>
                <a:cs typeface="Times New Roman" panose="02020603050405020304" pitchFamily="18" charset="0"/>
              </a:rPr>
            </a:br>
            <a:r>
              <a:rPr lang="en-US" sz="1600" dirty="0">
                <a:latin typeface="Consolas" panose="020B0609020204030204" pitchFamily="49" charset="0"/>
                <a:cs typeface="Times New Roman" panose="02020603050405020304" pitchFamily="18" charset="0"/>
              </a:rPr>
              <a:t>FROM orders</a:t>
            </a:r>
            <a:br>
              <a:rPr lang="en-US" sz="1600" dirty="0">
                <a:latin typeface="Consolas" panose="020B0609020204030204" pitchFamily="49" charset="0"/>
                <a:cs typeface="Times New Roman" panose="02020603050405020304" pitchFamily="18" charset="0"/>
              </a:rPr>
            </a:br>
            <a:r>
              <a:rPr lang="en-US" sz="1600" dirty="0">
                <a:latin typeface="Consolas" panose="020B0609020204030204" pitchFamily="49" charset="0"/>
                <a:cs typeface="Times New Roman" panose="02020603050405020304" pitchFamily="18" charset="0"/>
              </a:rPr>
              <a:t>GROUP BY </a:t>
            </a:r>
            <a:r>
              <a:rPr lang="en-US" sz="1600" dirty="0" err="1">
                <a:latin typeface="Consolas" panose="020B0609020204030204" pitchFamily="49" charset="0"/>
                <a:cs typeface="Times New Roman" panose="02020603050405020304" pitchFamily="18" charset="0"/>
              </a:rPr>
              <a:t>Route_ID</a:t>
            </a:r>
            <a:br>
              <a:rPr lang="en-US" sz="1600" dirty="0">
                <a:latin typeface="Consolas" panose="020B0609020204030204" pitchFamily="49" charset="0"/>
                <a:cs typeface="Times New Roman" panose="02020603050405020304" pitchFamily="18" charset="0"/>
              </a:rPr>
            </a:br>
            <a:r>
              <a:rPr lang="en-US" sz="1600" dirty="0">
                <a:latin typeface="Consolas" panose="020B0609020204030204" pitchFamily="49" charset="0"/>
                <a:cs typeface="Times New Roman" panose="02020603050405020304" pitchFamily="18" charset="0"/>
              </a:rPr>
              <a:t>ORDER BY </a:t>
            </a:r>
            <a:r>
              <a:rPr lang="en-US" sz="1600" dirty="0" err="1">
                <a:latin typeface="Consolas" panose="020B0609020204030204" pitchFamily="49" charset="0"/>
                <a:cs typeface="Times New Roman" panose="02020603050405020304" pitchFamily="18" charset="0"/>
              </a:rPr>
              <a:t>Avg_Delay</a:t>
            </a:r>
            <a:r>
              <a:rPr lang="en-US" sz="1600" dirty="0">
                <a:latin typeface="Consolas" panose="020B0609020204030204" pitchFamily="49" charset="0"/>
                <a:cs typeface="Times New Roman" panose="02020603050405020304" pitchFamily="18" charset="0"/>
              </a:rPr>
              <a:t> DESC;</a:t>
            </a:r>
          </a:p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88D653E-C58B-E5C8-20B0-F9A6FDEAF3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90582" y="1281511"/>
            <a:ext cx="4963218" cy="189213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597981E-7A9E-463F-46B8-A0F9F7331D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0582" y="3307080"/>
            <a:ext cx="2672138" cy="1892138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0F68D74-3ADE-E795-C423-E179CE4A574F}"/>
              </a:ext>
            </a:extLst>
          </p:cNvPr>
          <p:cNvSpPr txBox="1"/>
          <p:nvPr/>
        </p:nvSpPr>
        <p:spPr>
          <a:xfrm>
            <a:off x="6383020" y="5311001"/>
            <a:ext cx="5359400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Certain routes show consistently higher delays, indicating inefficiencies in route planning and execution.</a:t>
            </a:r>
          </a:p>
        </p:txBody>
      </p:sp>
    </p:spTree>
    <p:extLst>
      <p:ext uri="{BB962C8B-B14F-4D97-AF65-F5344CB8AC3E}">
        <p14:creationId xmlns:p14="http://schemas.microsoft.com/office/powerpoint/2010/main" val="27757067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4CCFCC-9010-F34D-B7B8-E314AF1FA3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2120" y="426085"/>
            <a:ext cx="10515600" cy="935355"/>
          </a:xfrm>
        </p:spPr>
        <p:txBody>
          <a:bodyPr>
            <a:normAutofit/>
          </a:bodyPr>
          <a:lstStyle/>
          <a:p>
            <a:pPr algn="ctr"/>
            <a:r>
              <a:rPr lang="en-US" sz="2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WAREHOUSE-WISE DELAY RANKING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72DBBF-084A-A6C1-622E-A8FF283E96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8399" y="1562238"/>
            <a:ext cx="4221480" cy="3386455"/>
          </a:xfrm>
          <a:ln>
            <a:solidFill>
              <a:schemeClr val="tx1"/>
            </a:solidFill>
          </a:ln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dirty="0">
                <a:latin typeface="Consolas" panose="020B0609020204030204" pitchFamily="49" charset="0"/>
              </a:rPr>
              <a:t>SELECT </a:t>
            </a:r>
          </a:p>
          <a:p>
            <a:pPr marL="0" indent="0">
              <a:buNone/>
            </a:pPr>
            <a:r>
              <a:rPr lang="en-US" sz="1600" dirty="0">
                <a:latin typeface="Consolas" panose="020B0609020204030204" pitchFamily="49" charset="0"/>
              </a:rPr>
              <a:t>    </a:t>
            </a:r>
            <a:r>
              <a:rPr lang="en-US" sz="1600" dirty="0" err="1">
                <a:latin typeface="Consolas" panose="020B0609020204030204" pitchFamily="49" charset="0"/>
              </a:rPr>
              <a:t>Order_ID</a:t>
            </a:r>
            <a:r>
              <a:rPr lang="en-US" sz="1600" dirty="0">
                <a:latin typeface="Consolas" panose="020B0609020204030204" pitchFamily="49" charset="0"/>
              </a:rPr>
              <a:t>,</a:t>
            </a:r>
          </a:p>
          <a:p>
            <a:pPr marL="0" indent="0">
              <a:buNone/>
            </a:pPr>
            <a:r>
              <a:rPr lang="en-US" sz="1600" dirty="0">
                <a:latin typeface="Consolas" panose="020B0609020204030204" pitchFamily="49" charset="0"/>
              </a:rPr>
              <a:t>    </a:t>
            </a:r>
            <a:r>
              <a:rPr lang="en-US" sz="1600" dirty="0" err="1">
                <a:latin typeface="Consolas" panose="020B0609020204030204" pitchFamily="49" charset="0"/>
              </a:rPr>
              <a:t>Warehouse_ID</a:t>
            </a:r>
            <a:r>
              <a:rPr lang="en-US" sz="1600" dirty="0">
                <a:latin typeface="Consolas" panose="020B0609020204030204" pitchFamily="49" charset="0"/>
              </a:rPr>
              <a:t>,</a:t>
            </a:r>
          </a:p>
          <a:p>
            <a:pPr marL="0" indent="0">
              <a:buNone/>
            </a:pPr>
            <a:r>
              <a:rPr lang="en-US" sz="1600" dirty="0">
                <a:latin typeface="Consolas" panose="020B0609020204030204" pitchFamily="49" charset="0"/>
              </a:rPr>
              <a:t>    </a:t>
            </a:r>
            <a:r>
              <a:rPr lang="en-US" sz="1600" dirty="0" err="1">
                <a:latin typeface="Consolas" panose="020B0609020204030204" pitchFamily="49" charset="0"/>
              </a:rPr>
              <a:t>Delay_Days</a:t>
            </a:r>
            <a:r>
              <a:rPr lang="en-US" sz="1600" dirty="0">
                <a:latin typeface="Consolas" panose="020B0609020204030204" pitchFamily="49" charset="0"/>
              </a:rPr>
              <a:t>,</a:t>
            </a:r>
          </a:p>
          <a:p>
            <a:pPr marL="0" indent="0">
              <a:buNone/>
            </a:pPr>
            <a:r>
              <a:rPr lang="en-US" sz="1600" dirty="0">
                <a:latin typeface="Consolas" panose="020B0609020204030204" pitchFamily="49" charset="0"/>
              </a:rPr>
              <a:t>    RANK() OVER (</a:t>
            </a:r>
          </a:p>
          <a:p>
            <a:pPr marL="0" indent="0">
              <a:buNone/>
            </a:pPr>
            <a:r>
              <a:rPr lang="en-US" sz="1600" dirty="0">
                <a:latin typeface="Consolas" panose="020B0609020204030204" pitchFamily="49" charset="0"/>
              </a:rPr>
              <a:t>        PARTITION BY </a:t>
            </a:r>
            <a:r>
              <a:rPr lang="en-US" sz="1600" dirty="0" err="1">
                <a:latin typeface="Consolas" panose="020B0609020204030204" pitchFamily="49" charset="0"/>
              </a:rPr>
              <a:t>Warehouse_ID</a:t>
            </a:r>
            <a:r>
              <a:rPr lang="en-US" sz="1600" dirty="0">
                <a:latin typeface="Consolas" panose="020B0609020204030204" pitchFamily="49" charset="0"/>
              </a:rPr>
              <a:t> </a:t>
            </a:r>
          </a:p>
          <a:p>
            <a:pPr marL="0" indent="0">
              <a:buNone/>
            </a:pPr>
            <a:r>
              <a:rPr lang="en-US" sz="1600" dirty="0">
                <a:latin typeface="Consolas" panose="020B0609020204030204" pitchFamily="49" charset="0"/>
              </a:rPr>
              <a:t>        ORDER BY </a:t>
            </a:r>
            <a:r>
              <a:rPr lang="en-US" sz="1600" dirty="0" err="1">
                <a:latin typeface="Consolas" panose="020B0609020204030204" pitchFamily="49" charset="0"/>
              </a:rPr>
              <a:t>Delay_Days</a:t>
            </a:r>
            <a:r>
              <a:rPr lang="en-US" sz="1600" dirty="0">
                <a:latin typeface="Consolas" panose="020B0609020204030204" pitchFamily="49" charset="0"/>
              </a:rPr>
              <a:t> DESC</a:t>
            </a:r>
          </a:p>
          <a:p>
            <a:pPr marL="0" indent="0">
              <a:buNone/>
            </a:pPr>
            <a:r>
              <a:rPr lang="en-US" sz="1600" dirty="0">
                <a:latin typeface="Consolas" panose="020B0609020204030204" pitchFamily="49" charset="0"/>
              </a:rPr>
              <a:t>    ) AS </a:t>
            </a:r>
            <a:r>
              <a:rPr lang="en-US" sz="1600" dirty="0" err="1">
                <a:latin typeface="Consolas" panose="020B0609020204030204" pitchFamily="49" charset="0"/>
              </a:rPr>
              <a:t>Delay_Rank</a:t>
            </a:r>
            <a:endParaRPr lang="en-US" sz="16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600" dirty="0">
                <a:latin typeface="Consolas" panose="020B0609020204030204" pitchFamily="49" charset="0"/>
              </a:rPr>
              <a:t>FROM orders;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B413F51-E009-965F-DDFB-A0D049C4EE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1422" y="1562238"/>
            <a:ext cx="4221480" cy="338645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D53E7E1-F885-5C71-4E60-958F4146324D}"/>
              </a:ext>
            </a:extLst>
          </p:cNvPr>
          <p:cNvSpPr txBox="1"/>
          <p:nvPr/>
        </p:nvSpPr>
        <p:spPr>
          <a:xfrm>
            <a:off x="1168399" y="5445760"/>
            <a:ext cx="8994503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Orders are ranked within each warehouse to identify the most delayed shipments and performance gaps.</a:t>
            </a:r>
          </a:p>
        </p:txBody>
      </p:sp>
    </p:spTree>
    <p:extLst>
      <p:ext uri="{BB962C8B-B14F-4D97-AF65-F5344CB8AC3E}">
        <p14:creationId xmlns:p14="http://schemas.microsoft.com/office/powerpoint/2010/main" val="10748896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F5F98B-795C-4C32-2315-7102287507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 3: ROUTE OPTIMIZATION INSIGHTS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01F6F8-C46B-6DD6-3ED7-67E2D36D16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Calculated key performance metrics for each route 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Identified inefficient routes using efficiency ratio 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Analyzed delay percentage across routes 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Suggested optimization strategies for improvement 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analysis helps identify inefficient routes and areas for operational improvement.</a:t>
            </a:r>
          </a:p>
        </p:txBody>
      </p:sp>
    </p:spTree>
    <p:extLst>
      <p:ext uri="{BB962C8B-B14F-4D97-AF65-F5344CB8AC3E}">
        <p14:creationId xmlns:p14="http://schemas.microsoft.com/office/powerpoint/2010/main" val="14467769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1A272F-449D-2142-DACA-D20A913E91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88315"/>
          </a:xfrm>
        </p:spPr>
        <p:txBody>
          <a:bodyPr>
            <a:normAutofit/>
          </a:bodyPr>
          <a:lstStyle/>
          <a:p>
            <a:pPr algn="ctr"/>
            <a:r>
              <a:rPr lang="en-US" sz="2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ROUTE PERFORMANCE &amp; EFFICIENCY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AC8CE6-ED47-6FCC-0C17-51C8C27BE9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6120" y="1134744"/>
            <a:ext cx="6873240" cy="5499735"/>
          </a:xfrm>
          <a:ln>
            <a:solidFill>
              <a:schemeClr val="tx1"/>
            </a:solidFill>
          </a:ln>
        </p:spPr>
        <p:txBody>
          <a:bodyPr>
            <a:noAutofit/>
          </a:bodyPr>
          <a:lstStyle/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Route metrics:</a:t>
            </a:r>
          </a:p>
          <a:p>
            <a:pPr marL="0" indent="0">
              <a:buNone/>
            </a:pPr>
            <a:r>
              <a:rPr lang="en-US" sz="1600" dirty="0">
                <a:latin typeface="Consolas" panose="020B0609020204030204" pitchFamily="49" charset="0"/>
                <a:cs typeface="Times New Roman" panose="02020603050405020304" pitchFamily="18" charset="0"/>
              </a:rPr>
              <a:t>SELECT </a:t>
            </a:r>
            <a:br>
              <a:rPr lang="en-US" sz="1600" dirty="0">
                <a:latin typeface="Consolas" panose="020B0609020204030204" pitchFamily="49" charset="0"/>
                <a:cs typeface="Times New Roman" panose="02020603050405020304" pitchFamily="18" charset="0"/>
              </a:rPr>
            </a:br>
            <a:r>
              <a:rPr lang="en-US" sz="1600" dirty="0">
                <a:latin typeface="Consolas" panose="020B0609020204030204" pitchFamily="49" charset="0"/>
                <a:cs typeface="Times New Roman" panose="02020603050405020304" pitchFamily="18" charset="0"/>
              </a:rPr>
              <a:t>    </a:t>
            </a:r>
            <a:r>
              <a:rPr lang="en-US" sz="1600" dirty="0" err="1">
                <a:latin typeface="Consolas" panose="020B0609020204030204" pitchFamily="49" charset="0"/>
                <a:cs typeface="Times New Roman" panose="02020603050405020304" pitchFamily="18" charset="0"/>
              </a:rPr>
              <a:t>o.Route_ID</a:t>
            </a:r>
            <a:r>
              <a:rPr lang="en-US" sz="1600" dirty="0">
                <a:latin typeface="Consolas" panose="020B0609020204030204" pitchFamily="49" charset="0"/>
                <a:cs typeface="Times New Roman" panose="02020603050405020304" pitchFamily="18" charset="0"/>
              </a:rPr>
              <a:t>,</a:t>
            </a:r>
            <a:br>
              <a:rPr lang="en-US" sz="1600" dirty="0">
                <a:latin typeface="Consolas" panose="020B0609020204030204" pitchFamily="49" charset="0"/>
                <a:cs typeface="Times New Roman" panose="02020603050405020304" pitchFamily="18" charset="0"/>
              </a:rPr>
            </a:br>
            <a:r>
              <a:rPr lang="en-US" sz="1600" dirty="0">
                <a:latin typeface="Consolas" panose="020B0609020204030204" pitchFamily="49" charset="0"/>
                <a:cs typeface="Times New Roman" panose="02020603050405020304" pitchFamily="18" charset="0"/>
              </a:rPr>
              <a:t>    AVG(DATEDIFF(</a:t>
            </a:r>
            <a:r>
              <a:rPr lang="en-US" sz="1600" dirty="0" err="1">
                <a:latin typeface="Consolas" panose="020B0609020204030204" pitchFamily="49" charset="0"/>
                <a:cs typeface="Times New Roman" panose="02020603050405020304" pitchFamily="18" charset="0"/>
              </a:rPr>
              <a:t>o.Actual_Delivery_Date</a:t>
            </a:r>
            <a:r>
              <a:rPr lang="en-US" sz="1600" dirty="0">
                <a:latin typeface="Consolas" panose="020B0609020204030204" pitchFamily="49" charset="0"/>
                <a:cs typeface="Times New Roman" panose="02020603050405020304" pitchFamily="18" charset="0"/>
              </a:rPr>
              <a:t>, </a:t>
            </a:r>
            <a:r>
              <a:rPr lang="en-US" sz="1600" dirty="0" err="1">
                <a:latin typeface="Consolas" panose="020B0609020204030204" pitchFamily="49" charset="0"/>
                <a:cs typeface="Times New Roman" panose="02020603050405020304" pitchFamily="18" charset="0"/>
              </a:rPr>
              <a:t>o.Order_Date</a:t>
            </a:r>
            <a:r>
              <a:rPr lang="en-US" sz="1600" dirty="0">
                <a:latin typeface="Consolas" panose="020B0609020204030204" pitchFamily="49" charset="0"/>
                <a:cs typeface="Times New Roman" panose="02020603050405020304" pitchFamily="18" charset="0"/>
              </a:rPr>
              <a:t>)) AS </a:t>
            </a:r>
            <a:r>
              <a:rPr lang="en-US" sz="1600" dirty="0" err="1">
                <a:latin typeface="Consolas" panose="020B0609020204030204" pitchFamily="49" charset="0"/>
                <a:cs typeface="Times New Roman" panose="02020603050405020304" pitchFamily="18" charset="0"/>
              </a:rPr>
              <a:t>Avg_Delivery_Time_Days</a:t>
            </a:r>
            <a:r>
              <a:rPr lang="en-US" sz="1600" dirty="0">
                <a:latin typeface="Consolas" panose="020B0609020204030204" pitchFamily="49" charset="0"/>
                <a:cs typeface="Times New Roman" panose="02020603050405020304" pitchFamily="18" charset="0"/>
              </a:rPr>
              <a:t>,</a:t>
            </a:r>
            <a:br>
              <a:rPr lang="en-US" sz="1600" dirty="0">
                <a:latin typeface="Consolas" panose="020B0609020204030204" pitchFamily="49" charset="0"/>
                <a:cs typeface="Times New Roman" panose="02020603050405020304" pitchFamily="18" charset="0"/>
              </a:rPr>
            </a:br>
            <a:r>
              <a:rPr lang="en-US" sz="1600" dirty="0">
                <a:latin typeface="Consolas" panose="020B0609020204030204" pitchFamily="49" charset="0"/>
                <a:cs typeface="Times New Roman" panose="02020603050405020304" pitchFamily="18" charset="0"/>
              </a:rPr>
              <a:t>    AVG(</a:t>
            </a:r>
            <a:r>
              <a:rPr lang="en-US" sz="1600" dirty="0" err="1">
                <a:latin typeface="Consolas" panose="020B0609020204030204" pitchFamily="49" charset="0"/>
                <a:cs typeface="Times New Roman" panose="02020603050405020304" pitchFamily="18" charset="0"/>
              </a:rPr>
              <a:t>r.Traffic_Delay_Min</a:t>
            </a:r>
            <a:r>
              <a:rPr lang="en-US" sz="1600" dirty="0">
                <a:latin typeface="Consolas" panose="020B0609020204030204" pitchFamily="49" charset="0"/>
                <a:cs typeface="Times New Roman" panose="02020603050405020304" pitchFamily="18" charset="0"/>
              </a:rPr>
              <a:t>) AS </a:t>
            </a:r>
            <a:r>
              <a:rPr lang="en-US" sz="1600" dirty="0" err="1">
                <a:latin typeface="Consolas" panose="020B0609020204030204" pitchFamily="49" charset="0"/>
                <a:cs typeface="Times New Roman" panose="02020603050405020304" pitchFamily="18" charset="0"/>
              </a:rPr>
              <a:t>Avg_Traffic_Delay</a:t>
            </a:r>
            <a:r>
              <a:rPr lang="en-US" sz="1600" dirty="0">
                <a:latin typeface="Consolas" panose="020B0609020204030204" pitchFamily="49" charset="0"/>
                <a:cs typeface="Times New Roman" panose="02020603050405020304" pitchFamily="18" charset="0"/>
              </a:rPr>
              <a:t>,</a:t>
            </a:r>
            <a:br>
              <a:rPr lang="en-US" sz="1600" dirty="0">
                <a:latin typeface="Consolas" panose="020B0609020204030204" pitchFamily="49" charset="0"/>
                <a:cs typeface="Times New Roman" panose="02020603050405020304" pitchFamily="18" charset="0"/>
              </a:rPr>
            </a:br>
            <a:r>
              <a:rPr lang="en-US" sz="1600" dirty="0">
                <a:latin typeface="Consolas" panose="020B0609020204030204" pitchFamily="49" charset="0"/>
                <a:cs typeface="Times New Roman" panose="02020603050405020304" pitchFamily="18" charset="0"/>
              </a:rPr>
              <a:t>    (</a:t>
            </a:r>
            <a:r>
              <a:rPr lang="en-US" sz="1600" dirty="0" err="1">
                <a:latin typeface="Consolas" panose="020B0609020204030204" pitchFamily="49" charset="0"/>
                <a:cs typeface="Times New Roman" panose="02020603050405020304" pitchFamily="18" charset="0"/>
              </a:rPr>
              <a:t>r.Distance_KM</a:t>
            </a:r>
            <a:r>
              <a:rPr lang="en-US" sz="1600" dirty="0">
                <a:latin typeface="Consolas" panose="020B0609020204030204" pitchFamily="49" charset="0"/>
                <a:cs typeface="Times New Roman" panose="02020603050405020304" pitchFamily="18" charset="0"/>
              </a:rPr>
              <a:t> / </a:t>
            </a:r>
            <a:r>
              <a:rPr lang="en-US" sz="1600" dirty="0" err="1">
                <a:latin typeface="Consolas" panose="020B0609020204030204" pitchFamily="49" charset="0"/>
                <a:cs typeface="Times New Roman" panose="02020603050405020304" pitchFamily="18" charset="0"/>
              </a:rPr>
              <a:t>r.Average_Travel_Time_Min</a:t>
            </a:r>
            <a:r>
              <a:rPr lang="en-US" sz="1600" dirty="0">
                <a:latin typeface="Consolas" panose="020B0609020204030204" pitchFamily="49" charset="0"/>
                <a:cs typeface="Times New Roman" panose="02020603050405020304" pitchFamily="18" charset="0"/>
              </a:rPr>
              <a:t>) AS </a:t>
            </a:r>
            <a:r>
              <a:rPr lang="en-US" sz="1600" dirty="0" err="1">
                <a:latin typeface="Consolas" panose="020B0609020204030204" pitchFamily="49" charset="0"/>
                <a:cs typeface="Times New Roman" panose="02020603050405020304" pitchFamily="18" charset="0"/>
              </a:rPr>
              <a:t>Efficiency_Ratio</a:t>
            </a:r>
            <a:br>
              <a:rPr lang="en-US" sz="1600" dirty="0">
                <a:latin typeface="Consolas" panose="020B0609020204030204" pitchFamily="49" charset="0"/>
                <a:cs typeface="Times New Roman" panose="02020603050405020304" pitchFamily="18" charset="0"/>
              </a:rPr>
            </a:br>
            <a:r>
              <a:rPr lang="en-US" sz="1600" dirty="0">
                <a:latin typeface="Consolas" panose="020B0609020204030204" pitchFamily="49" charset="0"/>
                <a:cs typeface="Times New Roman" panose="02020603050405020304" pitchFamily="18" charset="0"/>
              </a:rPr>
              <a:t>FROM orders o</a:t>
            </a:r>
            <a:br>
              <a:rPr lang="en-US" sz="1600" dirty="0">
                <a:latin typeface="Consolas" panose="020B0609020204030204" pitchFamily="49" charset="0"/>
                <a:cs typeface="Times New Roman" panose="02020603050405020304" pitchFamily="18" charset="0"/>
              </a:rPr>
            </a:br>
            <a:r>
              <a:rPr lang="en-US" sz="1600" dirty="0">
                <a:latin typeface="Consolas" panose="020B0609020204030204" pitchFamily="49" charset="0"/>
                <a:cs typeface="Times New Roman" panose="02020603050405020304" pitchFamily="18" charset="0"/>
              </a:rPr>
              <a:t>JOIN routes r </a:t>
            </a:r>
            <a:br>
              <a:rPr lang="en-US" sz="1600" dirty="0">
                <a:latin typeface="Consolas" panose="020B0609020204030204" pitchFamily="49" charset="0"/>
                <a:cs typeface="Times New Roman" panose="02020603050405020304" pitchFamily="18" charset="0"/>
              </a:rPr>
            </a:br>
            <a:r>
              <a:rPr lang="en-US" sz="1600" dirty="0">
                <a:latin typeface="Consolas" panose="020B0609020204030204" pitchFamily="49" charset="0"/>
                <a:cs typeface="Times New Roman" panose="02020603050405020304" pitchFamily="18" charset="0"/>
              </a:rPr>
              <a:t>ON </a:t>
            </a:r>
            <a:r>
              <a:rPr lang="en-US" sz="1600" dirty="0" err="1">
                <a:latin typeface="Consolas" panose="020B0609020204030204" pitchFamily="49" charset="0"/>
                <a:cs typeface="Times New Roman" panose="02020603050405020304" pitchFamily="18" charset="0"/>
              </a:rPr>
              <a:t>o.Route_ID</a:t>
            </a:r>
            <a:r>
              <a:rPr lang="en-US" sz="1600" dirty="0">
                <a:latin typeface="Consolas" panose="020B0609020204030204" pitchFamily="49" charset="0"/>
                <a:cs typeface="Times New Roman" panose="02020603050405020304" pitchFamily="18" charset="0"/>
              </a:rPr>
              <a:t> = </a:t>
            </a:r>
            <a:r>
              <a:rPr lang="en-US" sz="1600" dirty="0" err="1">
                <a:latin typeface="Consolas" panose="020B0609020204030204" pitchFamily="49" charset="0"/>
                <a:cs typeface="Times New Roman" panose="02020603050405020304" pitchFamily="18" charset="0"/>
              </a:rPr>
              <a:t>r.Route_ID</a:t>
            </a:r>
            <a:br>
              <a:rPr lang="en-US" sz="1600" dirty="0">
                <a:latin typeface="Consolas" panose="020B0609020204030204" pitchFamily="49" charset="0"/>
                <a:cs typeface="Times New Roman" panose="02020603050405020304" pitchFamily="18" charset="0"/>
              </a:rPr>
            </a:br>
            <a:r>
              <a:rPr lang="en-US" sz="1600" dirty="0">
                <a:latin typeface="Consolas" panose="020B0609020204030204" pitchFamily="49" charset="0"/>
                <a:cs typeface="Times New Roman" panose="02020603050405020304" pitchFamily="18" charset="0"/>
              </a:rPr>
              <a:t>GROUP BY </a:t>
            </a:r>
            <a:r>
              <a:rPr lang="en-US" sz="1600" dirty="0" err="1">
                <a:latin typeface="Consolas" panose="020B0609020204030204" pitchFamily="49" charset="0"/>
                <a:cs typeface="Times New Roman" panose="02020603050405020304" pitchFamily="18" charset="0"/>
              </a:rPr>
              <a:t>o.Route_ID</a:t>
            </a:r>
            <a:r>
              <a:rPr lang="en-US" sz="1600" dirty="0">
                <a:latin typeface="Consolas" panose="020B0609020204030204" pitchFamily="49" charset="0"/>
                <a:cs typeface="Times New Roman" panose="02020603050405020304" pitchFamily="18" charset="0"/>
              </a:rPr>
              <a:t>, </a:t>
            </a:r>
            <a:r>
              <a:rPr lang="en-US" sz="1600" dirty="0" err="1">
                <a:latin typeface="Consolas" panose="020B0609020204030204" pitchFamily="49" charset="0"/>
                <a:cs typeface="Times New Roman" panose="02020603050405020304" pitchFamily="18" charset="0"/>
              </a:rPr>
              <a:t>r.Distance_KM</a:t>
            </a:r>
            <a:r>
              <a:rPr lang="en-US" sz="1600" dirty="0">
                <a:latin typeface="Consolas" panose="020B0609020204030204" pitchFamily="49" charset="0"/>
                <a:cs typeface="Times New Roman" panose="02020603050405020304" pitchFamily="18" charset="0"/>
              </a:rPr>
              <a:t>, </a:t>
            </a:r>
            <a:r>
              <a:rPr lang="en-US" sz="1600" dirty="0" err="1">
                <a:latin typeface="Consolas" panose="020B0609020204030204" pitchFamily="49" charset="0"/>
                <a:cs typeface="Times New Roman" panose="02020603050405020304" pitchFamily="18" charset="0"/>
              </a:rPr>
              <a:t>r.Average_Travel_Time_Min</a:t>
            </a:r>
            <a:r>
              <a:rPr lang="en-US" sz="1600" dirty="0">
                <a:latin typeface="Consolas" panose="020B0609020204030204" pitchFamily="49" charset="0"/>
                <a:cs typeface="Times New Roman" panose="02020603050405020304" pitchFamily="18" charset="0"/>
              </a:rPr>
              <a:t>;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Worst efficiency routes:</a:t>
            </a:r>
          </a:p>
          <a:p>
            <a:pPr marL="0" indent="0">
              <a:buNone/>
            </a:pPr>
            <a:r>
              <a:rPr lang="en-US" sz="1600" dirty="0">
                <a:latin typeface="Consolas" panose="020B0609020204030204" pitchFamily="49" charset="0"/>
                <a:cs typeface="Times New Roman" panose="02020603050405020304" pitchFamily="18" charset="0"/>
              </a:rPr>
              <a:t>SELECT </a:t>
            </a:r>
            <a:br>
              <a:rPr lang="en-US" sz="1600" dirty="0">
                <a:latin typeface="Consolas" panose="020B0609020204030204" pitchFamily="49" charset="0"/>
                <a:cs typeface="Times New Roman" panose="02020603050405020304" pitchFamily="18" charset="0"/>
              </a:rPr>
            </a:br>
            <a:r>
              <a:rPr lang="en-US" sz="1600" dirty="0">
                <a:latin typeface="Consolas" panose="020B0609020204030204" pitchFamily="49" charset="0"/>
                <a:cs typeface="Times New Roman" panose="02020603050405020304" pitchFamily="18" charset="0"/>
              </a:rPr>
              <a:t>    </a:t>
            </a:r>
            <a:r>
              <a:rPr lang="en-US" sz="1600" dirty="0" err="1">
                <a:latin typeface="Consolas" panose="020B0609020204030204" pitchFamily="49" charset="0"/>
                <a:cs typeface="Times New Roman" panose="02020603050405020304" pitchFamily="18" charset="0"/>
              </a:rPr>
              <a:t>Route_ID</a:t>
            </a:r>
            <a:r>
              <a:rPr lang="en-US" sz="1600" dirty="0">
                <a:latin typeface="Consolas" panose="020B0609020204030204" pitchFamily="49" charset="0"/>
                <a:cs typeface="Times New Roman" panose="02020603050405020304" pitchFamily="18" charset="0"/>
              </a:rPr>
              <a:t>,</a:t>
            </a:r>
            <a:br>
              <a:rPr lang="en-US" sz="1600" dirty="0">
                <a:latin typeface="Consolas" panose="020B0609020204030204" pitchFamily="49" charset="0"/>
                <a:cs typeface="Times New Roman" panose="02020603050405020304" pitchFamily="18" charset="0"/>
              </a:rPr>
            </a:br>
            <a:r>
              <a:rPr lang="en-US" sz="1600" dirty="0">
                <a:latin typeface="Consolas" panose="020B0609020204030204" pitchFamily="49" charset="0"/>
                <a:cs typeface="Times New Roman" panose="02020603050405020304" pitchFamily="18" charset="0"/>
              </a:rPr>
              <a:t>    </a:t>
            </a:r>
            <a:r>
              <a:rPr lang="en-US" sz="1600" dirty="0" err="1">
                <a:latin typeface="Consolas" panose="020B0609020204030204" pitchFamily="49" charset="0"/>
                <a:cs typeface="Times New Roman" panose="02020603050405020304" pitchFamily="18" charset="0"/>
              </a:rPr>
              <a:t>Start_Location</a:t>
            </a:r>
            <a:r>
              <a:rPr lang="en-US" sz="1600" dirty="0">
                <a:latin typeface="Consolas" panose="020B0609020204030204" pitchFamily="49" charset="0"/>
                <a:cs typeface="Times New Roman" panose="02020603050405020304" pitchFamily="18" charset="0"/>
              </a:rPr>
              <a:t>,</a:t>
            </a:r>
            <a:br>
              <a:rPr lang="en-US" sz="1600" dirty="0">
                <a:latin typeface="Consolas" panose="020B0609020204030204" pitchFamily="49" charset="0"/>
                <a:cs typeface="Times New Roman" panose="02020603050405020304" pitchFamily="18" charset="0"/>
              </a:rPr>
            </a:br>
            <a:r>
              <a:rPr lang="en-US" sz="1600" dirty="0">
                <a:latin typeface="Consolas" panose="020B0609020204030204" pitchFamily="49" charset="0"/>
                <a:cs typeface="Times New Roman" panose="02020603050405020304" pitchFamily="18" charset="0"/>
              </a:rPr>
              <a:t>    </a:t>
            </a:r>
            <a:r>
              <a:rPr lang="en-US" sz="1600" dirty="0" err="1">
                <a:latin typeface="Consolas" panose="020B0609020204030204" pitchFamily="49" charset="0"/>
                <a:cs typeface="Times New Roman" panose="02020603050405020304" pitchFamily="18" charset="0"/>
              </a:rPr>
              <a:t>End_Location</a:t>
            </a:r>
            <a:r>
              <a:rPr lang="en-US" sz="1600" dirty="0">
                <a:latin typeface="Consolas" panose="020B0609020204030204" pitchFamily="49" charset="0"/>
                <a:cs typeface="Times New Roman" panose="02020603050405020304" pitchFamily="18" charset="0"/>
              </a:rPr>
              <a:t>,</a:t>
            </a:r>
            <a:br>
              <a:rPr lang="en-US" sz="1600" dirty="0">
                <a:latin typeface="Consolas" panose="020B0609020204030204" pitchFamily="49" charset="0"/>
                <a:cs typeface="Times New Roman" panose="02020603050405020304" pitchFamily="18" charset="0"/>
              </a:rPr>
            </a:br>
            <a:r>
              <a:rPr lang="en-US" sz="1600" dirty="0">
                <a:latin typeface="Consolas" panose="020B0609020204030204" pitchFamily="49" charset="0"/>
                <a:cs typeface="Times New Roman" panose="02020603050405020304" pitchFamily="18" charset="0"/>
              </a:rPr>
              <a:t>    (</a:t>
            </a:r>
            <a:r>
              <a:rPr lang="en-US" sz="1600" dirty="0" err="1">
                <a:latin typeface="Consolas" panose="020B0609020204030204" pitchFamily="49" charset="0"/>
                <a:cs typeface="Times New Roman" panose="02020603050405020304" pitchFamily="18" charset="0"/>
              </a:rPr>
              <a:t>Distance_KM</a:t>
            </a:r>
            <a:r>
              <a:rPr lang="en-US" sz="1600" dirty="0">
                <a:latin typeface="Consolas" panose="020B0609020204030204" pitchFamily="49" charset="0"/>
                <a:cs typeface="Times New Roman" panose="02020603050405020304" pitchFamily="18" charset="0"/>
              </a:rPr>
              <a:t> / </a:t>
            </a:r>
            <a:r>
              <a:rPr lang="en-US" sz="1600" dirty="0" err="1">
                <a:latin typeface="Consolas" panose="020B0609020204030204" pitchFamily="49" charset="0"/>
                <a:cs typeface="Times New Roman" panose="02020603050405020304" pitchFamily="18" charset="0"/>
              </a:rPr>
              <a:t>Average_Travel_Time_Min</a:t>
            </a:r>
            <a:r>
              <a:rPr lang="en-US" sz="1600" dirty="0">
                <a:latin typeface="Consolas" panose="020B0609020204030204" pitchFamily="49" charset="0"/>
                <a:cs typeface="Times New Roman" panose="02020603050405020304" pitchFamily="18" charset="0"/>
              </a:rPr>
              <a:t>) AS </a:t>
            </a:r>
            <a:r>
              <a:rPr lang="en-US" sz="1600" dirty="0" err="1">
                <a:latin typeface="Consolas" panose="020B0609020204030204" pitchFamily="49" charset="0"/>
                <a:cs typeface="Times New Roman" panose="02020603050405020304" pitchFamily="18" charset="0"/>
              </a:rPr>
              <a:t>Efficiency_Ratio</a:t>
            </a:r>
            <a:br>
              <a:rPr lang="en-US" sz="1600" dirty="0">
                <a:latin typeface="Consolas" panose="020B0609020204030204" pitchFamily="49" charset="0"/>
                <a:cs typeface="Times New Roman" panose="02020603050405020304" pitchFamily="18" charset="0"/>
              </a:rPr>
            </a:br>
            <a:r>
              <a:rPr lang="en-US" sz="1600" dirty="0">
                <a:latin typeface="Consolas" panose="020B0609020204030204" pitchFamily="49" charset="0"/>
                <a:cs typeface="Times New Roman" panose="02020603050405020304" pitchFamily="18" charset="0"/>
              </a:rPr>
              <a:t>FROM routes</a:t>
            </a:r>
            <a:br>
              <a:rPr lang="en-US" sz="1600" dirty="0">
                <a:latin typeface="Consolas" panose="020B0609020204030204" pitchFamily="49" charset="0"/>
                <a:cs typeface="Times New Roman" panose="02020603050405020304" pitchFamily="18" charset="0"/>
              </a:rPr>
            </a:br>
            <a:r>
              <a:rPr lang="en-US" sz="1600" dirty="0">
                <a:latin typeface="Consolas" panose="020B0609020204030204" pitchFamily="49" charset="0"/>
                <a:cs typeface="Times New Roman" panose="02020603050405020304" pitchFamily="18" charset="0"/>
              </a:rPr>
              <a:t>ORDER BY </a:t>
            </a:r>
            <a:r>
              <a:rPr lang="en-US" sz="1600" dirty="0" err="1">
                <a:latin typeface="Consolas" panose="020B0609020204030204" pitchFamily="49" charset="0"/>
                <a:cs typeface="Times New Roman" panose="02020603050405020304" pitchFamily="18" charset="0"/>
              </a:rPr>
              <a:t>Efficiency_Ratio</a:t>
            </a:r>
            <a:r>
              <a:rPr lang="en-US" sz="1600" dirty="0">
                <a:latin typeface="Consolas" panose="020B0609020204030204" pitchFamily="49" charset="0"/>
                <a:cs typeface="Times New Roman" panose="02020603050405020304" pitchFamily="18" charset="0"/>
              </a:rPr>
              <a:t> ASC</a:t>
            </a:r>
            <a:br>
              <a:rPr lang="en-US" sz="1600" dirty="0">
                <a:latin typeface="Consolas" panose="020B0609020204030204" pitchFamily="49" charset="0"/>
                <a:cs typeface="Times New Roman" panose="02020603050405020304" pitchFamily="18" charset="0"/>
              </a:rPr>
            </a:br>
            <a:r>
              <a:rPr lang="en-US" sz="1600" dirty="0">
                <a:latin typeface="Consolas" panose="020B0609020204030204" pitchFamily="49" charset="0"/>
                <a:cs typeface="Times New Roman" panose="02020603050405020304" pitchFamily="18" charset="0"/>
              </a:rPr>
              <a:t>LIMIT 3;</a:t>
            </a:r>
          </a:p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A95F6ED-CC7C-0397-12DF-E88028AB17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1440" y="1134744"/>
            <a:ext cx="4109152" cy="210531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8C4B487-3AAC-9F64-6CCB-B85E7500DF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1440" y="3434080"/>
            <a:ext cx="4109152" cy="106694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043CDE1-87A3-DB31-DFFA-08424C45DEF5}"/>
              </a:ext>
            </a:extLst>
          </p:cNvPr>
          <p:cNvSpPr txBox="1"/>
          <p:nvPr/>
        </p:nvSpPr>
        <p:spPr>
          <a:xfrm>
            <a:off x="7711440" y="4673600"/>
            <a:ext cx="4109152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Routes with lower efficiency ratio indicate poor distance-to-time performance and require optimization.</a:t>
            </a:r>
          </a:p>
        </p:txBody>
      </p:sp>
    </p:spTree>
    <p:extLst>
      <p:ext uri="{BB962C8B-B14F-4D97-AF65-F5344CB8AC3E}">
        <p14:creationId xmlns:p14="http://schemas.microsoft.com/office/powerpoint/2010/main" val="18649932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54F3D3-5845-C289-85F1-1B1E3420ED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89915"/>
          </a:xfrm>
        </p:spPr>
        <p:txBody>
          <a:bodyPr>
            <a:normAutofit/>
          </a:bodyPr>
          <a:lstStyle/>
          <a:p>
            <a:pPr algn="ctr"/>
            <a:r>
              <a:rPr lang="en-US" sz="2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DELAYED ROUTES ANALYSIS &amp; OPTIMIZATION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5C323F-8CC8-4C27-A872-35762638BE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4840" y="1253330"/>
            <a:ext cx="5664200" cy="5116989"/>
          </a:xfrm>
          <a:ln>
            <a:solidFill>
              <a:schemeClr val="tx1"/>
            </a:solidFill>
          </a:ln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600" dirty="0">
                <a:latin typeface="Consolas" panose="020B0609020204030204" pitchFamily="49" charset="0"/>
              </a:rPr>
              <a:t>SELECT </a:t>
            </a:r>
          </a:p>
          <a:p>
            <a:pPr marL="0" indent="0">
              <a:buNone/>
            </a:pPr>
            <a:r>
              <a:rPr lang="en-US" sz="1600" dirty="0">
                <a:latin typeface="Consolas" panose="020B0609020204030204" pitchFamily="49" charset="0"/>
              </a:rPr>
              <a:t>    </a:t>
            </a:r>
            <a:r>
              <a:rPr lang="en-US" sz="1600" dirty="0" err="1">
                <a:latin typeface="Consolas" panose="020B0609020204030204" pitchFamily="49" charset="0"/>
              </a:rPr>
              <a:t>Route_ID</a:t>
            </a:r>
            <a:r>
              <a:rPr lang="en-US" sz="1600" dirty="0">
                <a:latin typeface="Consolas" panose="020B0609020204030204" pitchFamily="49" charset="0"/>
              </a:rPr>
              <a:t>,</a:t>
            </a:r>
          </a:p>
          <a:p>
            <a:pPr marL="0" indent="0">
              <a:buNone/>
            </a:pPr>
            <a:r>
              <a:rPr lang="en-US" sz="1600" dirty="0">
                <a:latin typeface="Consolas" panose="020B0609020204030204" pitchFamily="49" charset="0"/>
              </a:rPr>
              <a:t>    COUNT(*) AS </a:t>
            </a:r>
            <a:r>
              <a:rPr lang="en-US" sz="1600" dirty="0" err="1">
                <a:latin typeface="Consolas" panose="020B0609020204030204" pitchFamily="49" charset="0"/>
              </a:rPr>
              <a:t>Total_Orders</a:t>
            </a:r>
            <a:r>
              <a:rPr lang="en-US" sz="1600" dirty="0">
                <a:latin typeface="Consolas" panose="020B0609020204030204" pitchFamily="49" charset="0"/>
              </a:rPr>
              <a:t>,</a:t>
            </a:r>
          </a:p>
          <a:p>
            <a:pPr marL="0" indent="0">
              <a:buNone/>
            </a:pPr>
            <a:r>
              <a:rPr lang="en-US" sz="1600" dirty="0">
                <a:latin typeface="Consolas" panose="020B0609020204030204" pitchFamily="49" charset="0"/>
              </a:rPr>
              <a:t>    SUM(CASE </a:t>
            </a:r>
          </a:p>
          <a:p>
            <a:pPr marL="0" indent="0">
              <a:buNone/>
            </a:pPr>
            <a:r>
              <a:rPr lang="en-US" sz="1600" dirty="0">
                <a:latin typeface="Consolas" panose="020B0609020204030204" pitchFamily="49" charset="0"/>
              </a:rPr>
              <a:t>        WHEN </a:t>
            </a:r>
            <a:r>
              <a:rPr lang="en-US" sz="1600" dirty="0" err="1">
                <a:latin typeface="Consolas" panose="020B0609020204030204" pitchFamily="49" charset="0"/>
              </a:rPr>
              <a:t>Delay_Days</a:t>
            </a:r>
            <a:r>
              <a:rPr lang="en-US" sz="1600" dirty="0">
                <a:latin typeface="Consolas" panose="020B0609020204030204" pitchFamily="49" charset="0"/>
              </a:rPr>
              <a:t> &gt; 0 THEN 1 </a:t>
            </a:r>
          </a:p>
          <a:p>
            <a:pPr marL="0" indent="0">
              <a:buNone/>
            </a:pPr>
            <a:r>
              <a:rPr lang="en-US" sz="1600" dirty="0">
                <a:latin typeface="Consolas" panose="020B0609020204030204" pitchFamily="49" charset="0"/>
              </a:rPr>
              <a:t>        ELSE 0 </a:t>
            </a:r>
          </a:p>
          <a:p>
            <a:pPr marL="0" indent="0">
              <a:buNone/>
            </a:pPr>
            <a:r>
              <a:rPr lang="en-US" sz="1600" dirty="0">
                <a:latin typeface="Consolas" panose="020B0609020204030204" pitchFamily="49" charset="0"/>
              </a:rPr>
              <a:t>    END) AS </a:t>
            </a:r>
            <a:r>
              <a:rPr lang="en-US" sz="1600" dirty="0" err="1">
                <a:latin typeface="Consolas" panose="020B0609020204030204" pitchFamily="49" charset="0"/>
              </a:rPr>
              <a:t>Delayed_Orders</a:t>
            </a:r>
            <a:r>
              <a:rPr lang="en-US" sz="1600" dirty="0">
                <a:latin typeface="Consolas" panose="020B0609020204030204" pitchFamily="49" charset="0"/>
              </a:rPr>
              <a:t>,</a:t>
            </a:r>
          </a:p>
          <a:p>
            <a:pPr marL="0" indent="0">
              <a:buNone/>
            </a:pPr>
            <a:r>
              <a:rPr lang="en-US" sz="1600" dirty="0">
                <a:latin typeface="Consolas" panose="020B0609020204030204" pitchFamily="49" charset="0"/>
              </a:rPr>
              <a:t>    (SUM(CASE </a:t>
            </a:r>
          </a:p>
          <a:p>
            <a:pPr marL="0" indent="0">
              <a:buNone/>
            </a:pPr>
            <a:r>
              <a:rPr lang="en-US" sz="1600" dirty="0">
                <a:latin typeface="Consolas" panose="020B0609020204030204" pitchFamily="49" charset="0"/>
              </a:rPr>
              <a:t>        WHEN </a:t>
            </a:r>
            <a:r>
              <a:rPr lang="en-US" sz="1600" dirty="0" err="1">
                <a:latin typeface="Consolas" panose="020B0609020204030204" pitchFamily="49" charset="0"/>
              </a:rPr>
              <a:t>Delay_Days</a:t>
            </a:r>
            <a:r>
              <a:rPr lang="en-US" sz="1600" dirty="0">
                <a:latin typeface="Consolas" panose="020B0609020204030204" pitchFamily="49" charset="0"/>
              </a:rPr>
              <a:t> &gt; 0 THEN 1 </a:t>
            </a:r>
          </a:p>
          <a:p>
            <a:pPr marL="0" indent="0">
              <a:buNone/>
            </a:pPr>
            <a:r>
              <a:rPr lang="en-US" sz="1600" dirty="0">
                <a:latin typeface="Consolas" panose="020B0609020204030204" pitchFamily="49" charset="0"/>
              </a:rPr>
              <a:t>        ELSE 0 </a:t>
            </a:r>
          </a:p>
          <a:p>
            <a:pPr marL="0" indent="0">
              <a:buNone/>
            </a:pPr>
            <a:r>
              <a:rPr lang="en-US" sz="1600" dirty="0">
                <a:latin typeface="Consolas" panose="020B0609020204030204" pitchFamily="49" charset="0"/>
              </a:rPr>
              <a:t>    END) * 100.0 / COUNT(*)) AS </a:t>
            </a:r>
            <a:r>
              <a:rPr lang="en-US" sz="1600" dirty="0" err="1">
                <a:latin typeface="Consolas" panose="020B0609020204030204" pitchFamily="49" charset="0"/>
              </a:rPr>
              <a:t>Delay_Percentage</a:t>
            </a:r>
            <a:endParaRPr lang="en-US" sz="16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600" dirty="0">
                <a:latin typeface="Consolas" panose="020B0609020204030204" pitchFamily="49" charset="0"/>
              </a:rPr>
              <a:t>FROM orders</a:t>
            </a:r>
          </a:p>
          <a:p>
            <a:pPr marL="0" indent="0">
              <a:buNone/>
            </a:pPr>
            <a:r>
              <a:rPr lang="en-US" sz="1600" dirty="0">
                <a:latin typeface="Consolas" panose="020B0609020204030204" pitchFamily="49" charset="0"/>
              </a:rPr>
              <a:t>GROUP BY </a:t>
            </a:r>
            <a:r>
              <a:rPr lang="en-US" sz="1600" dirty="0" err="1">
                <a:latin typeface="Consolas" panose="020B0609020204030204" pitchFamily="49" charset="0"/>
              </a:rPr>
              <a:t>Route_ID</a:t>
            </a:r>
            <a:endParaRPr lang="en-US" sz="16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600" dirty="0">
                <a:latin typeface="Consolas" panose="020B0609020204030204" pitchFamily="49" charset="0"/>
              </a:rPr>
              <a:t>HAVING </a:t>
            </a:r>
            <a:r>
              <a:rPr lang="en-US" sz="1600" dirty="0" err="1">
                <a:latin typeface="Consolas" panose="020B0609020204030204" pitchFamily="49" charset="0"/>
              </a:rPr>
              <a:t>Delay_Percentage</a:t>
            </a:r>
            <a:r>
              <a:rPr lang="en-US" sz="1600" dirty="0">
                <a:latin typeface="Consolas" panose="020B0609020204030204" pitchFamily="49" charset="0"/>
              </a:rPr>
              <a:t> &gt; 20;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60B8EA3-C88A-0B79-E4FC-B7E0556E4E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723" y="1255154"/>
            <a:ext cx="5023795" cy="255667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74ECC12-AC1E-7688-EA45-793AF4B41BA1}"/>
              </a:ext>
            </a:extLst>
          </p:cNvPr>
          <p:cNvSpPr txBox="1"/>
          <p:nvPr/>
        </p:nvSpPr>
        <p:spPr>
          <a:xfrm>
            <a:off x="6629724" y="4061995"/>
            <a:ext cx="5023795" cy="230832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High-delay routes should be optimized using better path planning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 efficiency routes require improved travel time strategies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Traffic delays can be reduced using real-time route monitoring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Critical routes should be prioritized for operational improvements </a:t>
            </a:r>
          </a:p>
        </p:txBody>
      </p:sp>
    </p:spTree>
    <p:extLst>
      <p:ext uri="{BB962C8B-B14F-4D97-AF65-F5344CB8AC3E}">
        <p14:creationId xmlns:p14="http://schemas.microsoft.com/office/powerpoint/2010/main" val="36196972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1CCE4E-6AD3-B654-8DDC-090D237B60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 4: WAREHOUSE PERFORMANCE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DBE661-FF88-3DF9-7647-18D201B35D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Identified warehouses with highest processing time 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Analyzed total vs delayed shipments 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Detected bottleneck warehouses using global average 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Evaluated warehouse performance using on-time delivery percentage 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analysis highlights warehouse efficiency and identifies operational bottlenecks.</a:t>
            </a:r>
          </a:p>
        </p:txBody>
      </p:sp>
    </p:spTree>
    <p:extLst>
      <p:ext uri="{BB962C8B-B14F-4D97-AF65-F5344CB8AC3E}">
        <p14:creationId xmlns:p14="http://schemas.microsoft.com/office/powerpoint/2010/main" val="13150601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41F29B-7669-18DA-C30D-5983DEFAE8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88315"/>
          </a:xfrm>
        </p:spPr>
        <p:txBody>
          <a:bodyPr>
            <a:normAutofit/>
          </a:bodyPr>
          <a:lstStyle/>
          <a:p>
            <a:pPr algn="ctr"/>
            <a:r>
              <a:rPr lang="en-US" sz="2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WAREHOUSE PROCESSING &amp; SHIPMENT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C75C5C-3A72-6DB7-4487-D9EE390567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6280" y="1073784"/>
            <a:ext cx="5379720" cy="5560696"/>
          </a:xfrm>
          <a:ln>
            <a:solidFill>
              <a:schemeClr val="tx1"/>
            </a:solidFill>
          </a:ln>
        </p:spPr>
        <p:txBody>
          <a:bodyPr>
            <a:noAutofit/>
          </a:bodyPr>
          <a:lstStyle/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 3 warehouses:</a:t>
            </a:r>
          </a:p>
          <a:p>
            <a:pPr marL="0" indent="0">
              <a:buNone/>
            </a:pPr>
            <a:r>
              <a:rPr lang="en-US" sz="1600" dirty="0">
                <a:latin typeface="Consolas" panose="020B0609020204030204" pitchFamily="49" charset="0"/>
                <a:cs typeface="Times New Roman" panose="02020603050405020304" pitchFamily="18" charset="0"/>
              </a:rPr>
              <a:t>SELECT </a:t>
            </a:r>
            <a:br>
              <a:rPr lang="en-US" sz="1600" dirty="0">
                <a:latin typeface="Consolas" panose="020B0609020204030204" pitchFamily="49" charset="0"/>
                <a:cs typeface="Times New Roman" panose="02020603050405020304" pitchFamily="18" charset="0"/>
              </a:rPr>
            </a:br>
            <a:r>
              <a:rPr lang="en-US" sz="1600" dirty="0">
                <a:latin typeface="Consolas" panose="020B0609020204030204" pitchFamily="49" charset="0"/>
                <a:cs typeface="Times New Roman" panose="02020603050405020304" pitchFamily="18" charset="0"/>
              </a:rPr>
              <a:t>    </a:t>
            </a:r>
            <a:r>
              <a:rPr lang="en-US" sz="1600" dirty="0" err="1">
                <a:latin typeface="Consolas" panose="020B0609020204030204" pitchFamily="49" charset="0"/>
                <a:cs typeface="Times New Roman" panose="02020603050405020304" pitchFamily="18" charset="0"/>
              </a:rPr>
              <a:t>Warehouse_ID</a:t>
            </a:r>
            <a:r>
              <a:rPr lang="en-US" sz="1600" dirty="0">
                <a:latin typeface="Consolas" panose="020B0609020204030204" pitchFamily="49" charset="0"/>
                <a:cs typeface="Times New Roman" panose="02020603050405020304" pitchFamily="18" charset="0"/>
              </a:rPr>
              <a:t>,</a:t>
            </a:r>
            <a:br>
              <a:rPr lang="en-US" sz="1600" dirty="0">
                <a:latin typeface="Consolas" panose="020B0609020204030204" pitchFamily="49" charset="0"/>
                <a:cs typeface="Times New Roman" panose="02020603050405020304" pitchFamily="18" charset="0"/>
              </a:rPr>
            </a:br>
            <a:r>
              <a:rPr lang="en-US" sz="1600" dirty="0">
                <a:latin typeface="Consolas" panose="020B0609020204030204" pitchFamily="49" charset="0"/>
                <a:cs typeface="Times New Roman" panose="02020603050405020304" pitchFamily="18" charset="0"/>
              </a:rPr>
              <a:t>    AVG(DATEDIFF(</a:t>
            </a:r>
            <a:r>
              <a:rPr lang="en-US" sz="1600" dirty="0" err="1">
                <a:latin typeface="Consolas" panose="020B0609020204030204" pitchFamily="49" charset="0"/>
                <a:cs typeface="Times New Roman" panose="02020603050405020304" pitchFamily="18" charset="0"/>
              </a:rPr>
              <a:t>Actual_Delivery_Date</a:t>
            </a:r>
            <a:r>
              <a:rPr lang="en-US" sz="1600" dirty="0">
                <a:latin typeface="Consolas" panose="020B0609020204030204" pitchFamily="49" charset="0"/>
                <a:cs typeface="Times New Roman" panose="02020603050405020304" pitchFamily="18" charset="0"/>
              </a:rPr>
              <a:t>, </a:t>
            </a:r>
            <a:r>
              <a:rPr lang="en-US" sz="1600" dirty="0" err="1">
                <a:latin typeface="Consolas" panose="020B0609020204030204" pitchFamily="49" charset="0"/>
                <a:cs typeface="Times New Roman" panose="02020603050405020304" pitchFamily="18" charset="0"/>
              </a:rPr>
              <a:t>Order_Date</a:t>
            </a:r>
            <a:r>
              <a:rPr lang="en-US" sz="1600" dirty="0">
                <a:latin typeface="Consolas" panose="020B0609020204030204" pitchFamily="49" charset="0"/>
                <a:cs typeface="Times New Roman" panose="02020603050405020304" pitchFamily="18" charset="0"/>
              </a:rPr>
              <a:t>)) AS </a:t>
            </a:r>
            <a:r>
              <a:rPr lang="en-US" sz="1600" dirty="0" err="1">
                <a:latin typeface="Consolas" panose="020B0609020204030204" pitchFamily="49" charset="0"/>
                <a:cs typeface="Times New Roman" panose="02020603050405020304" pitchFamily="18" charset="0"/>
              </a:rPr>
              <a:t>Avg_Processing_Time</a:t>
            </a:r>
            <a:br>
              <a:rPr lang="en-US" sz="1600" dirty="0">
                <a:latin typeface="Consolas" panose="020B0609020204030204" pitchFamily="49" charset="0"/>
                <a:cs typeface="Times New Roman" panose="02020603050405020304" pitchFamily="18" charset="0"/>
              </a:rPr>
            </a:br>
            <a:r>
              <a:rPr lang="en-US" sz="1600" dirty="0">
                <a:latin typeface="Consolas" panose="020B0609020204030204" pitchFamily="49" charset="0"/>
                <a:cs typeface="Times New Roman" panose="02020603050405020304" pitchFamily="18" charset="0"/>
              </a:rPr>
              <a:t>FROM orders</a:t>
            </a:r>
            <a:br>
              <a:rPr lang="en-US" sz="1600" dirty="0">
                <a:latin typeface="Consolas" panose="020B0609020204030204" pitchFamily="49" charset="0"/>
                <a:cs typeface="Times New Roman" panose="02020603050405020304" pitchFamily="18" charset="0"/>
              </a:rPr>
            </a:br>
            <a:r>
              <a:rPr lang="en-US" sz="1600" dirty="0">
                <a:latin typeface="Consolas" panose="020B0609020204030204" pitchFamily="49" charset="0"/>
                <a:cs typeface="Times New Roman" panose="02020603050405020304" pitchFamily="18" charset="0"/>
              </a:rPr>
              <a:t>GROUP BY </a:t>
            </a:r>
            <a:r>
              <a:rPr lang="en-US" sz="1600" dirty="0" err="1">
                <a:latin typeface="Consolas" panose="020B0609020204030204" pitchFamily="49" charset="0"/>
                <a:cs typeface="Times New Roman" panose="02020603050405020304" pitchFamily="18" charset="0"/>
              </a:rPr>
              <a:t>Warehouse_ID</a:t>
            </a:r>
            <a:br>
              <a:rPr lang="en-US" sz="1600" dirty="0">
                <a:latin typeface="Consolas" panose="020B0609020204030204" pitchFamily="49" charset="0"/>
                <a:cs typeface="Times New Roman" panose="02020603050405020304" pitchFamily="18" charset="0"/>
              </a:rPr>
            </a:br>
            <a:r>
              <a:rPr lang="en-US" sz="1600" dirty="0">
                <a:latin typeface="Consolas" panose="020B0609020204030204" pitchFamily="49" charset="0"/>
                <a:cs typeface="Times New Roman" panose="02020603050405020304" pitchFamily="18" charset="0"/>
              </a:rPr>
              <a:t>ORDER BY </a:t>
            </a:r>
            <a:r>
              <a:rPr lang="en-US" sz="1600" dirty="0" err="1">
                <a:latin typeface="Consolas" panose="020B0609020204030204" pitchFamily="49" charset="0"/>
                <a:cs typeface="Times New Roman" panose="02020603050405020304" pitchFamily="18" charset="0"/>
              </a:rPr>
              <a:t>Avg_Processing_Time</a:t>
            </a:r>
            <a:r>
              <a:rPr lang="en-US" sz="1600" dirty="0">
                <a:latin typeface="Consolas" panose="020B0609020204030204" pitchFamily="49" charset="0"/>
                <a:cs typeface="Times New Roman" panose="02020603050405020304" pitchFamily="18" charset="0"/>
              </a:rPr>
              <a:t> DESC</a:t>
            </a:r>
            <a:br>
              <a:rPr lang="en-US" sz="1600" dirty="0">
                <a:latin typeface="Consolas" panose="020B0609020204030204" pitchFamily="49" charset="0"/>
                <a:cs typeface="Times New Roman" panose="02020603050405020304" pitchFamily="18" charset="0"/>
              </a:rPr>
            </a:br>
            <a:r>
              <a:rPr lang="en-US" sz="1600" dirty="0">
                <a:latin typeface="Consolas" panose="020B0609020204030204" pitchFamily="49" charset="0"/>
                <a:cs typeface="Times New Roman" panose="02020603050405020304" pitchFamily="18" charset="0"/>
              </a:rPr>
              <a:t>LIMIT 3;</a:t>
            </a:r>
          </a:p>
          <a:p>
            <a:pPr marL="0" indent="0">
              <a:buNone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vs delayed shipments:</a:t>
            </a:r>
          </a:p>
          <a:p>
            <a:pPr marL="0" indent="0">
              <a:buNone/>
            </a:pPr>
            <a:r>
              <a:rPr lang="en-US" sz="1600" dirty="0">
                <a:latin typeface="Consolas" panose="020B0609020204030204" pitchFamily="49" charset="0"/>
                <a:cs typeface="Times New Roman" panose="02020603050405020304" pitchFamily="18" charset="0"/>
              </a:rPr>
              <a:t>SELECT </a:t>
            </a:r>
            <a:br>
              <a:rPr lang="en-US" sz="1600" dirty="0">
                <a:latin typeface="Consolas" panose="020B0609020204030204" pitchFamily="49" charset="0"/>
                <a:cs typeface="Times New Roman" panose="02020603050405020304" pitchFamily="18" charset="0"/>
              </a:rPr>
            </a:br>
            <a:r>
              <a:rPr lang="en-US" sz="1600" dirty="0">
                <a:latin typeface="Consolas" panose="020B0609020204030204" pitchFamily="49" charset="0"/>
                <a:cs typeface="Times New Roman" panose="02020603050405020304" pitchFamily="18" charset="0"/>
              </a:rPr>
              <a:t>    </a:t>
            </a:r>
            <a:r>
              <a:rPr lang="en-US" sz="1600" dirty="0" err="1">
                <a:latin typeface="Consolas" panose="020B0609020204030204" pitchFamily="49" charset="0"/>
                <a:cs typeface="Times New Roman" panose="02020603050405020304" pitchFamily="18" charset="0"/>
              </a:rPr>
              <a:t>Warehouse_ID</a:t>
            </a:r>
            <a:r>
              <a:rPr lang="en-US" sz="1600" dirty="0">
                <a:latin typeface="Consolas" panose="020B0609020204030204" pitchFamily="49" charset="0"/>
                <a:cs typeface="Times New Roman" panose="02020603050405020304" pitchFamily="18" charset="0"/>
              </a:rPr>
              <a:t>,</a:t>
            </a:r>
            <a:br>
              <a:rPr lang="en-US" sz="1600" dirty="0">
                <a:latin typeface="Consolas" panose="020B0609020204030204" pitchFamily="49" charset="0"/>
                <a:cs typeface="Times New Roman" panose="02020603050405020304" pitchFamily="18" charset="0"/>
              </a:rPr>
            </a:br>
            <a:r>
              <a:rPr lang="en-US" sz="1600" dirty="0">
                <a:latin typeface="Consolas" panose="020B0609020204030204" pitchFamily="49" charset="0"/>
                <a:cs typeface="Times New Roman" panose="02020603050405020304" pitchFamily="18" charset="0"/>
              </a:rPr>
              <a:t>    COUNT(*) AS </a:t>
            </a:r>
            <a:r>
              <a:rPr lang="en-US" sz="1600" dirty="0" err="1">
                <a:latin typeface="Consolas" panose="020B0609020204030204" pitchFamily="49" charset="0"/>
                <a:cs typeface="Times New Roman" panose="02020603050405020304" pitchFamily="18" charset="0"/>
              </a:rPr>
              <a:t>Total_Shipments</a:t>
            </a:r>
            <a:r>
              <a:rPr lang="en-US" sz="1600" dirty="0">
                <a:latin typeface="Consolas" panose="020B0609020204030204" pitchFamily="49" charset="0"/>
                <a:cs typeface="Times New Roman" panose="02020603050405020304" pitchFamily="18" charset="0"/>
              </a:rPr>
              <a:t>,</a:t>
            </a:r>
            <a:br>
              <a:rPr lang="en-US" sz="1600" dirty="0">
                <a:latin typeface="Consolas" panose="020B0609020204030204" pitchFamily="49" charset="0"/>
                <a:cs typeface="Times New Roman" panose="02020603050405020304" pitchFamily="18" charset="0"/>
              </a:rPr>
            </a:br>
            <a:r>
              <a:rPr lang="en-US" sz="1600" dirty="0">
                <a:latin typeface="Consolas" panose="020B0609020204030204" pitchFamily="49" charset="0"/>
                <a:cs typeface="Times New Roman" panose="02020603050405020304" pitchFamily="18" charset="0"/>
              </a:rPr>
              <a:t>    SUM(CASE </a:t>
            </a:r>
            <a:br>
              <a:rPr lang="en-US" sz="1600" dirty="0">
                <a:latin typeface="Consolas" panose="020B0609020204030204" pitchFamily="49" charset="0"/>
                <a:cs typeface="Times New Roman" panose="02020603050405020304" pitchFamily="18" charset="0"/>
              </a:rPr>
            </a:br>
            <a:r>
              <a:rPr lang="en-US" sz="1600" dirty="0">
                <a:latin typeface="Consolas" panose="020B0609020204030204" pitchFamily="49" charset="0"/>
                <a:cs typeface="Times New Roman" panose="02020603050405020304" pitchFamily="18" charset="0"/>
              </a:rPr>
              <a:t>        WHEN </a:t>
            </a:r>
            <a:r>
              <a:rPr lang="en-US" sz="1600" dirty="0" err="1">
                <a:latin typeface="Consolas" panose="020B0609020204030204" pitchFamily="49" charset="0"/>
                <a:cs typeface="Times New Roman" panose="02020603050405020304" pitchFamily="18" charset="0"/>
              </a:rPr>
              <a:t>Delay_Days</a:t>
            </a:r>
            <a:r>
              <a:rPr lang="en-US" sz="1600" dirty="0">
                <a:latin typeface="Consolas" panose="020B0609020204030204" pitchFamily="49" charset="0"/>
                <a:cs typeface="Times New Roman" panose="02020603050405020304" pitchFamily="18" charset="0"/>
              </a:rPr>
              <a:t> &gt; 0 THEN 1 </a:t>
            </a:r>
            <a:br>
              <a:rPr lang="en-US" sz="1600" dirty="0">
                <a:latin typeface="Consolas" panose="020B0609020204030204" pitchFamily="49" charset="0"/>
                <a:cs typeface="Times New Roman" panose="02020603050405020304" pitchFamily="18" charset="0"/>
              </a:rPr>
            </a:br>
            <a:r>
              <a:rPr lang="en-US" sz="1600" dirty="0">
                <a:latin typeface="Consolas" panose="020B0609020204030204" pitchFamily="49" charset="0"/>
                <a:cs typeface="Times New Roman" panose="02020603050405020304" pitchFamily="18" charset="0"/>
              </a:rPr>
              <a:t>        ELSE 0 </a:t>
            </a:r>
            <a:br>
              <a:rPr lang="en-US" sz="1600" dirty="0">
                <a:latin typeface="Consolas" panose="020B0609020204030204" pitchFamily="49" charset="0"/>
                <a:cs typeface="Times New Roman" panose="02020603050405020304" pitchFamily="18" charset="0"/>
              </a:rPr>
            </a:br>
            <a:r>
              <a:rPr lang="en-US" sz="1600" dirty="0">
                <a:latin typeface="Consolas" panose="020B0609020204030204" pitchFamily="49" charset="0"/>
                <a:cs typeface="Times New Roman" panose="02020603050405020304" pitchFamily="18" charset="0"/>
              </a:rPr>
              <a:t>    END) AS </a:t>
            </a:r>
            <a:r>
              <a:rPr lang="en-US" sz="1600" dirty="0" err="1">
                <a:latin typeface="Consolas" panose="020B0609020204030204" pitchFamily="49" charset="0"/>
                <a:cs typeface="Times New Roman" panose="02020603050405020304" pitchFamily="18" charset="0"/>
              </a:rPr>
              <a:t>Delayed_Shipments</a:t>
            </a:r>
            <a:br>
              <a:rPr lang="en-US" sz="1600" dirty="0">
                <a:latin typeface="Consolas" panose="020B0609020204030204" pitchFamily="49" charset="0"/>
                <a:cs typeface="Times New Roman" panose="02020603050405020304" pitchFamily="18" charset="0"/>
              </a:rPr>
            </a:br>
            <a:r>
              <a:rPr lang="en-US" sz="1600" dirty="0">
                <a:latin typeface="Consolas" panose="020B0609020204030204" pitchFamily="49" charset="0"/>
                <a:cs typeface="Times New Roman" panose="02020603050405020304" pitchFamily="18" charset="0"/>
              </a:rPr>
              <a:t>FROM orders</a:t>
            </a:r>
            <a:br>
              <a:rPr lang="en-US" sz="1600" dirty="0">
                <a:latin typeface="Consolas" panose="020B0609020204030204" pitchFamily="49" charset="0"/>
                <a:cs typeface="Times New Roman" panose="02020603050405020304" pitchFamily="18" charset="0"/>
              </a:rPr>
            </a:br>
            <a:r>
              <a:rPr lang="en-US" sz="1600" dirty="0">
                <a:latin typeface="Consolas" panose="020B0609020204030204" pitchFamily="49" charset="0"/>
                <a:cs typeface="Times New Roman" panose="02020603050405020304" pitchFamily="18" charset="0"/>
              </a:rPr>
              <a:t>GROUP BY </a:t>
            </a:r>
            <a:r>
              <a:rPr lang="en-US" sz="1600" dirty="0" err="1">
                <a:latin typeface="Consolas" panose="020B0609020204030204" pitchFamily="49" charset="0"/>
                <a:cs typeface="Times New Roman" panose="02020603050405020304" pitchFamily="18" charset="0"/>
              </a:rPr>
              <a:t>Warehouse_ID</a:t>
            </a:r>
            <a:r>
              <a:rPr lang="en-US" sz="1600" dirty="0">
                <a:latin typeface="Consolas" panose="020B0609020204030204" pitchFamily="49" charset="0"/>
                <a:cs typeface="Times New Roman" panose="02020603050405020304" pitchFamily="18" charset="0"/>
              </a:rPr>
              <a:t>;</a:t>
            </a:r>
          </a:p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1F3B5E7-D14F-84EA-976C-D38B9593AF5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26961"/>
          <a:stretch>
            <a:fillRect/>
          </a:stretch>
        </p:blipFill>
        <p:spPr>
          <a:xfrm>
            <a:off x="6386625" y="1073784"/>
            <a:ext cx="4667455" cy="146621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A3546D1-1471-4453-32AD-3FC656C112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6624" y="2760344"/>
            <a:ext cx="4667455" cy="240063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0920AF7-D0E2-83B9-5A05-132FB6E4A3EE}"/>
              </a:ext>
            </a:extLst>
          </p:cNvPr>
          <p:cNvSpPr txBox="1"/>
          <p:nvPr/>
        </p:nvSpPr>
        <p:spPr>
          <a:xfrm>
            <a:off x="6386624" y="5262880"/>
            <a:ext cx="4667455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Certain warehouses show higher processing times and delayed shipments, indicating operational inefficiencies.</a:t>
            </a:r>
          </a:p>
        </p:txBody>
      </p:sp>
    </p:spTree>
    <p:extLst>
      <p:ext uri="{BB962C8B-B14F-4D97-AF65-F5344CB8AC3E}">
        <p14:creationId xmlns:p14="http://schemas.microsoft.com/office/powerpoint/2010/main" val="19402351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F8CD97-A181-EF0B-9E18-FBEFED56F6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57835"/>
          </a:xfrm>
        </p:spPr>
        <p:txBody>
          <a:bodyPr>
            <a:normAutofit fontScale="90000"/>
          </a:bodyPr>
          <a:lstStyle/>
          <a:p>
            <a:pPr algn="ctr"/>
            <a:r>
              <a:rPr lang="en-US" sz="2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BOTTLENECK WAREHOUSES &amp; PERFORMANCE RANKING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E7FDDD-0558-CB03-3D1E-54928F2B5A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4200" y="992504"/>
            <a:ext cx="6334760" cy="5794376"/>
          </a:xfrm>
          <a:ln>
            <a:solidFill>
              <a:schemeClr val="tx1"/>
            </a:solidFill>
          </a:ln>
        </p:spPr>
        <p:txBody>
          <a:bodyPr>
            <a:noAutofit/>
          </a:bodyPr>
          <a:lstStyle/>
          <a:p>
            <a:r>
              <a:rPr lang="en-US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Bottleneck warehouses:</a:t>
            </a:r>
          </a:p>
          <a:p>
            <a:pPr marL="0" indent="0">
              <a:buNone/>
            </a:pPr>
            <a:r>
              <a:rPr lang="en-US" sz="1500" dirty="0">
                <a:latin typeface="Consolas" panose="020B0609020204030204" pitchFamily="49" charset="0"/>
                <a:cs typeface="Times New Roman" panose="02020603050405020304" pitchFamily="18" charset="0"/>
              </a:rPr>
              <a:t>SELECT </a:t>
            </a:r>
            <a:br>
              <a:rPr lang="en-US" sz="1500" dirty="0">
                <a:latin typeface="Consolas" panose="020B0609020204030204" pitchFamily="49" charset="0"/>
                <a:cs typeface="Times New Roman" panose="02020603050405020304" pitchFamily="18" charset="0"/>
              </a:rPr>
            </a:br>
            <a:r>
              <a:rPr lang="en-US" sz="1500" dirty="0">
                <a:latin typeface="Consolas" panose="020B0609020204030204" pitchFamily="49" charset="0"/>
                <a:cs typeface="Times New Roman" panose="02020603050405020304" pitchFamily="18" charset="0"/>
              </a:rPr>
              <a:t>    </a:t>
            </a:r>
            <a:r>
              <a:rPr lang="en-US" sz="1500" dirty="0" err="1">
                <a:latin typeface="Consolas" panose="020B0609020204030204" pitchFamily="49" charset="0"/>
                <a:cs typeface="Times New Roman" panose="02020603050405020304" pitchFamily="18" charset="0"/>
              </a:rPr>
              <a:t>Warehouse_ID</a:t>
            </a:r>
            <a:r>
              <a:rPr lang="en-US" sz="1500" dirty="0">
                <a:latin typeface="Consolas" panose="020B0609020204030204" pitchFamily="49" charset="0"/>
                <a:cs typeface="Times New Roman" panose="02020603050405020304" pitchFamily="18" charset="0"/>
              </a:rPr>
              <a:t>,</a:t>
            </a:r>
            <a:br>
              <a:rPr lang="en-US" sz="1500" dirty="0">
                <a:latin typeface="Consolas" panose="020B0609020204030204" pitchFamily="49" charset="0"/>
                <a:cs typeface="Times New Roman" panose="02020603050405020304" pitchFamily="18" charset="0"/>
              </a:rPr>
            </a:br>
            <a:r>
              <a:rPr lang="en-US" sz="1500" dirty="0">
                <a:latin typeface="Consolas" panose="020B0609020204030204" pitchFamily="49" charset="0"/>
                <a:cs typeface="Times New Roman" panose="02020603050405020304" pitchFamily="18" charset="0"/>
              </a:rPr>
              <a:t>    AVG(DATEDIFF(</a:t>
            </a:r>
            <a:r>
              <a:rPr lang="en-US" sz="1500" dirty="0" err="1">
                <a:latin typeface="Consolas" panose="020B0609020204030204" pitchFamily="49" charset="0"/>
                <a:cs typeface="Times New Roman" panose="02020603050405020304" pitchFamily="18" charset="0"/>
              </a:rPr>
              <a:t>Actual_Delivery_Date</a:t>
            </a:r>
            <a:r>
              <a:rPr lang="en-US" sz="1500" dirty="0">
                <a:latin typeface="Consolas" panose="020B0609020204030204" pitchFamily="49" charset="0"/>
                <a:cs typeface="Times New Roman" panose="02020603050405020304" pitchFamily="18" charset="0"/>
              </a:rPr>
              <a:t>, </a:t>
            </a:r>
            <a:r>
              <a:rPr lang="en-US" sz="1500" dirty="0" err="1">
                <a:latin typeface="Consolas" panose="020B0609020204030204" pitchFamily="49" charset="0"/>
                <a:cs typeface="Times New Roman" panose="02020603050405020304" pitchFamily="18" charset="0"/>
              </a:rPr>
              <a:t>Order_Date</a:t>
            </a:r>
            <a:r>
              <a:rPr lang="en-US" sz="1500" dirty="0">
                <a:latin typeface="Consolas" panose="020B0609020204030204" pitchFamily="49" charset="0"/>
                <a:cs typeface="Times New Roman" panose="02020603050405020304" pitchFamily="18" charset="0"/>
              </a:rPr>
              <a:t>)) AS </a:t>
            </a:r>
            <a:r>
              <a:rPr lang="en-US" sz="1500" dirty="0" err="1">
                <a:latin typeface="Consolas" panose="020B0609020204030204" pitchFamily="49" charset="0"/>
                <a:cs typeface="Times New Roman" panose="02020603050405020304" pitchFamily="18" charset="0"/>
              </a:rPr>
              <a:t>Avg_Processing_Time</a:t>
            </a:r>
            <a:br>
              <a:rPr lang="en-US" sz="1500" dirty="0">
                <a:latin typeface="Consolas" panose="020B0609020204030204" pitchFamily="49" charset="0"/>
                <a:cs typeface="Times New Roman" panose="02020603050405020304" pitchFamily="18" charset="0"/>
              </a:rPr>
            </a:br>
            <a:r>
              <a:rPr lang="en-US" sz="1500" dirty="0">
                <a:latin typeface="Consolas" panose="020B0609020204030204" pitchFamily="49" charset="0"/>
                <a:cs typeface="Times New Roman" panose="02020603050405020304" pitchFamily="18" charset="0"/>
              </a:rPr>
              <a:t>FROM orders</a:t>
            </a:r>
            <a:br>
              <a:rPr lang="en-US" sz="1500" dirty="0">
                <a:latin typeface="Consolas" panose="020B0609020204030204" pitchFamily="49" charset="0"/>
                <a:cs typeface="Times New Roman" panose="02020603050405020304" pitchFamily="18" charset="0"/>
              </a:rPr>
            </a:br>
            <a:r>
              <a:rPr lang="en-US" sz="1500" dirty="0">
                <a:latin typeface="Consolas" panose="020B0609020204030204" pitchFamily="49" charset="0"/>
                <a:cs typeface="Times New Roman" panose="02020603050405020304" pitchFamily="18" charset="0"/>
              </a:rPr>
              <a:t>GROUP BY </a:t>
            </a:r>
            <a:r>
              <a:rPr lang="en-US" sz="1500" dirty="0" err="1">
                <a:latin typeface="Consolas" panose="020B0609020204030204" pitchFamily="49" charset="0"/>
                <a:cs typeface="Times New Roman" panose="02020603050405020304" pitchFamily="18" charset="0"/>
              </a:rPr>
              <a:t>Warehouse_ID</a:t>
            </a:r>
            <a:br>
              <a:rPr lang="en-US" sz="1500" dirty="0">
                <a:latin typeface="Consolas" panose="020B0609020204030204" pitchFamily="49" charset="0"/>
                <a:cs typeface="Times New Roman" panose="02020603050405020304" pitchFamily="18" charset="0"/>
              </a:rPr>
            </a:br>
            <a:r>
              <a:rPr lang="en-US" sz="1500" dirty="0">
                <a:latin typeface="Consolas" panose="020B0609020204030204" pitchFamily="49" charset="0"/>
                <a:cs typeface="Times New Roman" panose="02020603050405020304" pitchFamily="18" charset="0"/>
              </a:rPr>
              <a:t>HAVING </a:t>
            </a:r>
            <a:r>
              <a:rPr lang="en-US" sz="1500" dirty="0" err="1">
                <a:latin typeface="Consolas" panose="020B0609020204030204" pitchFamily="49" charset="0"/>
                <a:cs typeface="Times New Roman" panose="02020603050405020304" pitchFamily="18" charset="0"/>
              </a:rPr>
              <a:t>Avg_Processing_Time</a:t>
            </a:r>
            <a:r>
              <a:rPr lang="en-US" sz="1500" dirty="0">
                <a:latin typeface="Consolas" panose="020B0609020204030204" pitchFamily="49" charset="0"/>
                <a:cs typeface="Times New Roman" panose="02020603050405020304" pitchFamily="18" charset="0"/>
              </a:rPr>
              <a:t> &gt; (</a:t>
            </a:r>
            <a:br>
              <a:rPr lang="en-US" sz="1500" dirty="0">
                <a:latin typeface="Consolas" panose="020B0609020204030204" pitchFamily="49" charset="0"/>
                <a:cs typeface="Times New Roman" panose="02020603050405020304" pitchFamily="18" charset="0"/>
              </a:rPr>
            </a:br>
            <a:r>
              <a:rPr lang="en-US" sz="1500" dirty="0">
                <a:latin typeface="Consolas" panose="020B0609020204030204" pitchFamily="49" charset="0"/>
                <a:cs typeface="Times New Roman" panose="02020603050405020304" pitchFamily="18" charset="0"/>
              </a:rPr>
              <a:t>    SELECT AVG(DATEDIFF(</a:t>
            </a:r>
            <a:r>
              <a:rPr lang="en-US" sz="1500" dirty="0" err="1">
                <a:latin typeface="Consolas" panose="020B0609020204030204" pitchFamily="49" charset="0"/>
                <a:cs typeface="Times New Roman" panose="02020603050405020304" pitchFamily="18" charset="0"/>
              </a:rPr>
              <a:t>Actual_Delivery_Date</a:t>
            </a:r>
            <a:r>
              <a:rPr lang="en-US" sz="1500" dirty="0">
                <a:latin typeface="Consolas" panose="020B0609020204030204" pitchFamily="49" charset="0"/>
                <a:cs typeface="Times New Roman" panose="02020603050405020304" pitchFamily="18" charset="0"/>
              </a:rPr>
              <a:t>, </a:t>
            </a:r>
            <a:r>
              <a:rPr lang="en-US" sz="1500" dirty="0" err="1">
                <a:latin typeface="Consolas" panose="020B0609020204030204" pitchFamily="49" charset="0"/>
                <a:cs typeface="Times New Roman" panose="02020603050405020304" pitchFamily="18" charset="0"/>
              </a:rPr>
              <a:t>Order_Date</a:t>
            </a:r>
            <a:r>
              <a:rPr lang="en-US" sz="1500" dirty="0">
                <a:latin typeface="Consolas" panose="020B0609020204030204" pitchFamily="49" charset="0"/>
                <a:cs typeface="Times New Roman" panose="02020603050405020304" pitchFamily="18" charset="0"/>
              </a:rPr>
              <a:t>))</a:t>
            </a:r>
            <a:br>
              <a:rPr lang="en-US" sz="1500" dirty="0">
                <a:latin typeface="Consolas" panose="020B0609020204030204" pitchFamily="49" charset="0"/>
                <a:cs typeface="Times New Roman" panose="02020603050405020304" pitchFamily="18" charset="0"/>
              </a:rPr>
            </a:br>
            <a:r>
              <a:rPr lang="en-US" sz="1500" dirty="0">
                <a:latin typeface="Consolas" panose="020B0609020204030204" pitchFamily="49" charset="0"/>
                <a:cs typeface="Times New Roman" panose="02020603050405020304" pitchFamily="18" charset="0"/>
              </a:rPr>
              <a:t>    FROM orders</a:t>
            </a:r>
            <a:br>
              <a:rPr lang="en-US" sz="1500" dirty="0">
                <a:latin typeface="Consolas" panose="020B0609020204030204" pitchFamily="49" charset="0"/>
                <a:cs typeface="Times New Roman" panose="02020603050405020304" pitchFamily="18" charset="0"/>
              </a:rPr>
            </a:br>
            <a:r>
              <a:rPr lang="en-US" sz="1500" dirty="0">
                <a:latin typeface="Consolas" panose="020B0609020204030204" pitchFamily="49" charset="0"/>
                <a:cs typeface="Times New Roman" panose="02020603050405020304" pitchFamily="18" charset="0"/>
              </a:rPr>
              <a:t>);</a:t>
            </a:r>
          </a:p>
          <a:p>
            <a:r>
              <a:rPr lang="en-US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On-time ranking:</a:t>
            </a:r>
          </a:p>
          <a:p>
            <a:pPr marL="0" indent="0">
              <a:buNone/>
            </a:pPr>
            <a:r>
              <a:rPr lang="en-US" sz="1500" dirty="0">
                <a:latin typeface="Consolas" panose="020B0609020204030204" pitchFamily="49" charset="0"/>
                <a:cs typeface="Times New Roman" panose="02020603050405020304" pitchFamily="18" charset="0"/>
              </a:rPr>
              <a:t>SELECT </a:t>
            </a:r>
            <a:br>
              <a:rPr lang="en-US" sz="1500" dirty="0">
                <a:latin typeface="Consolas" panose="020B0609020204030204" pitchFamily="49" charset="0"/>
                <a:cs typeface="Times New Roman" panose="02020603050405020304" pitchFamily="18" charset="0"/>
              </a:rPr>
            </a:br>
            <a:r>
              <a:rPr lang="en-US" sz="1500" dirty="0">
                <a:latin typeface="Consolas" panose="020B0609020204030204" pitchFamily="49" charset="0"/>
                <a:cs typeface="Times New Roman" panose="02020603050405020304" pitchFamily="18" charset="0"/>
              </a:rPr>
              <a:t>    </a:t>
            </a:r>
            <a:r>
              <a:rPr lang="en-US" sz="1500" dirty="0" err="1">
                <a:latin typeface="Consolas" panose="020B0609020204030204" pitchFamily="49" charset="0"/>
                <a:cs typeface="Times New Roman" panose="02020603050405020304" pitchFamily="18" charset="0"/>
              </a:rPr>
              <a:t>Warehouse_ID</a:t>
            </a:r>
            <a:r>
              <a:rPr lang="en-US" sz="1500" dirty="0">
                <a:latin typeface="Consolas" panose="020B0609020204030204" pitchFamily="49" charset="0"/>
                <a:cs typeface="Times New Roman" panose="02020603050405020304" pitchFamily="18" charset="0"/>
              </a:rPr>
              <a:t>,</a:t>
            </a:r>
            <a:br>
              <a:rPr lang="en-US" sz="1500" dirty="0">
                <a:latin typeface="Consolas" panose="020B0609020204030204" pitchFamily="49" charset="0"/>
                <a:cs typeface="Times New Roman" panose="02020603050405020304" pitchFamily="18" charset="0"/>
              </a:rPr>
            </a:br>
            <a:r>
              <a:rPr lang="en-US" sz="1500" dirty="0">
                <a:latin typeface="Consolas" panose="020B0609020204030204" pitchFamily="49" charset="0"/>
                <a:cs typeface="Times New Roman" panose="02020603050405020304" pitchFamily="18" charset="0"/>
              </a:rPr>
              <a:t>    COUNT(*) AS </a:t>
            </a:r>
            <a:r>
              <a:rPr lang="en-US" sz="1500" dirty="0" err="1">
                <a:latin typeface="Consolas" panose="020B0609020204030204" pitchFamily="49" charset="0"/>
                <a:cs typeface="Times New Roman" panose="02020603050405020304" pitchFamily="18" charset="0"/>
              </a:rPr>
              <a:t>Total_Orders</a:t>
            </a:r>
            <a:r>
              <a:rPr lang="en-US" sz="1500" dirty="0">
                <a:latin typeface="Consolas" panose="020B0609020204030204" pitchFamily="49" charset="0"/>
                <a:cs typeface="Times New Roman" panose="02020603050405020304" pitchFamily="18" charset="0"/>
              </a:rPr>
              <a:t>,</a:t>
            </a:r>
            <a:br>
              <a:rPr lang="en-US" sz="1500" dirty="0">
                <a:latin typeface="Consolas" panose="020B0609020204030204" pitchFamily="49" charset="0"/>
                <a:cs typeface="Times New Roman" panose="02020603050405020304" pitchFamily="18" charset="0"/>
              </a:rPr>
            </a:br>
            <a:r>
              <a:rPr lang="en-US" sz="1500" dirty="0">
                <a:latin typeface="Consolas" panose="020B0609020204030204" pitchFamily="49" charset="0"/>
                <a:cs typeface="Times New Roman" panose="02020603050405020304" pitchFamily="18" charset="0"/>
              </a:rPr>
              <a:t>    SUM(CASE </a:t>
            </a:r>
            <a:br>
              <a:rPr lang="en-US" sz="1500" dirty="0">
                <a:latin typeface="Consolas" panose="020B0609020204030204" pitchFamily="49" charset="0"/>
                <a:cs typeface="Times New Roman" panose="02020603050405020304" pitchFamily="18" charset="0"/>
              </a:rPr>
            </a:br>
            <a:r>
              <a:rPr lang="en-US" sz="1500" dirty="0">
                <a:latin typeface="Consolas" panose="020B0609020204030204" pitchFamily="49" charset="0"/>
                <a:cs typeface="Times New Roman" panose="02020603050405020304" pitchFamily="18" charset="0"/>
              </a:rPr>
              <a:t>        WHEN </a:t>
            </a:r>
            <a:r>
              <a:rPr lang="en-US" sz="1500" dirty="0" err="1">
                <a:latin typeface="Consolas" panose="020B0609020204030204" pitchFamily="49" charset="0"/>
                <a:cs typeface="Times New Roman" panose="02020603050405020304" pitchFamily="18" charset="0"/>
              </a:rPr>
              <a:t>Delay_Days</a:t>
            </a:r>
            <a:r>
              <a:rPr lang="en-US" sz="1500" dirty="0">
                <a:latin typeface="Consolas" panose="020B0609020204030204" pitchFamily="49" charset="0"/>
                <a:cs typeface="Times New Roman" panose="02020603050405020304" pitchFamily="18" charset="0"/>
              </a:rPr>
              <a:t> &lt;= 0 THEN 1 </a:t>
            </a:r>
            <a:br>
              <a:rPr lang="en-US" sz="1500" dirty="0">
                <a:latin typeface="Consolas" panose="020B0609020204030204" pitchFamily="49" charset="0"/>
                <a:cs typeface="Times New Roman" panose="02020603050405020304" pitchFamily="18" charset="0"/>
              </a:rPr>
            </a:br>
            <a:r>
              <a:rPr lang="en-US" sz="1500" dirty="0">
                <a:latin typeface="Consolas" panose="020B0609020204030204" pitchFamily="49" charset="0"/>
                <a:cs typeface="Times New Roman" panose="02020603050405020304" pitchFamily="18" charset="0"/>
              </a:rPr>
              <a:t>        ELSE 0 </a:t>
            </a:r>
            <a:br>
              <a:rPr lang="en-US" sz="1500" dirty="0">
                <a:latin typeface="Consolas" panose="020B0609020204030204" pitchFamily="49" charset="0"/>
                <a:cs typeface="Times New Roman" panose="02020603050405020304" pitchFamily="18" charset="0"/>
              </a:rPr>
            </a:br>
            <a:r>
              <a:rPr lang="en-US" sz="1500" dirty="0">
                <a:latin typeface="Consolas" panose="020B0609020204030204" pitchFamily="49" charset="0"/>
                <a:cs typeface="Times New Roman" panose="02020603050405020304" pitchFamily="18" charset="0"/>
              </a:rPr>
              <a:t>    END) AS </a:t>
            </a:r>
            <a:r>
              <a:rPr lang="en-US" sz="1500" dirty="0" err="1">
                <a:latin typeface="Consolas" panose="020B0609020204030204" pitchFamily="49" charset="0"/>
                <a:cs typeface="Times New Roman" panose="02020603050405020304" pitchFamily="18" charset="0"/>
              </a:rPr>
              <a:t>OnTime_Orders</a:t>
            </a:r>
            <a:r>
              <a:rPr lang="en-US" sz="1500" dirty="0">
                <a:latin typeface="Consolas" panose="020B0609020204030204" pitchFamily="49" charset="0"/>
                <a:cs typeface="Times New Roman" panose="02020603050405020304" pitchFamily="18" charset="0"/>
              </a:rPr>
              <a:t>,</a:t>
            </a:r>
            <a:br>
              <a:rPr lang="en-US" sz="1500" dirty="0">
                <a:latin typeface="Consolas" panose="020B0609020204030204" pitchFamily="49" charset="0"/>
                <a:cs typeface="Times New Roman" panose="02020603050405020304" pitchFamily="18" charset="0"/>
              </a:rPr>
            </a:br>
            <a:r>
              <a:rPr lang="en-US" sz="1500" dirty="0">
                <a:latin typeface="Consolas" panose="020B0609020204030204" pitchFamily="49" charset="0"/>
                <a:cs typeface="Times New Roman" panose="02020603050405020304" pitchFamily="18" charset="0"/>
              </a:rPr>
              <a:t>    (SUM(CASE </a:t>
            </a:r>
            <a:br>
              <a:rPr lang="en-US" sz="1500" dirty="0">
                <a:latin typeface="Consolas" panose="020B0609020204030204" pitchFamily="49" charset="0"/>
                <a:cs typeface="Times New Roman" panose="02020603050405020304" pitchFamily="18" charset="0"/>
              </a:rPr>
            </a:br>
            <a:r>
              <a:rPr lang="en-US" sz="1500" dirty="0">
                <a:latin typeface="Consolas" panose="020B0609020204030204" pitchFamily="49" charset="0"/>
                <a:cs typeface="Times New Roman" panose="02020603050405020304" pitchFamily="18" charset="0"/>
              </a:rPr>
              <a:t>        WHEN </a:t>
            </a:r>
            <a:r>
              <a:rPr lang="en-US" sz="1500" dirty="0" err="1">
                <a:latin typeface="Consolas" panose="020B0609020204030204" pitchFamily="49" charset="0"/>
                <a:cs typeface="Times New Roman" panose="02020603050405020304" pitchFamily="18" charset="0"/>
              </a:rPr>
              <a:t>Delay_Days</a:t>
            </a:r>
            <a:r>
              <a:rPr lang="en-US" sz="1500" dirty="0">
                <a:latin typeface="Consolas" panose="020B0609020204030204" pitchFamily="49" charset="0"/>
                <a:cs typeface="Times New Roman" panose="02020603050405020304" pitchFamily="18" charset="0"/>
              </a:rPr>
              <a:t> &lt;= 0 THEN 1 </a:t>
            </a:r>
            <a:br>
              <a:rPr lang="en-US" sz="1500" dirty="0">
                <a:latin typeface="Consolas" panose="020B0609020204030204" pitchFamily="49" charset="0"/>
                <a:cs typeface="Times New Roman" panose="02020603050405020304" pitchFamily="18" charset="0"/>
              </a:rPr>
            </a:br>
            <a:r>
              <a:rPr lang="en-US" sz="1500" dirty="0">
                <a:latin typeface="Consolas" panose="020B0609020204030204" pitchFamily="49" charset="0"/>
                <a:cs typeface="Times New Roman" panose="02020603050405020304" pitchFamily="18" charset="0"/>
              </a:rPr>
              <a:t>        ELSE 0 </a:t>
            </a:r>
            <a:br>
              <a:rPr lang="en-US" sz="1500" dirty="0">
                <a:latin typeface="Consolas" panose="020B0609020204030204" pitchFamily="49" charset="0"/>
                <a:cs typeface="Times New Roman" panose="02020603050405020304" pitchFamily="18" charset="0"/>
              </a:rPr>
            </a:br>
            <a:r>
              <a:rPr lang="en-US" sz="1500" dirty="0">
                <a:latin typeface="Consolas" panose="020B0609020204030204" pitchFamily="49" charset="0"/>
                <a:cs typeface="Times New Roman" panose="02020603050405020304" pitchFamily="18" charset="0"/>
              </a:rPr>
              <a:t>    END) * 100.0 / COUNT(*)) AS </a:t>
            </a:r>
            <a:r>
              <a:rPr lang="en-US" sz="1500" dirty="0" err="1">
                <a:latin typeface="Consolas" panose="020B0609020204030204" pitchFamily="49" charset="0"/>
                <a:cs typeface="Times New Roman" panose="02020603050405020304" pitchFamily="18" charset="0"/>
              </a:rPr>
              <a:t>OnTime_Percentage</a:t>
            </a:r>
            <a:br>
              <a:rPr lang="en-US" sz="1500" dirty="0">
                <a:latin typeface="Consolas" panose="020B0609020204030204" pitchFamily="49" charset="0"/>
                <a:cs typeface="Times New Roman" panose="02020603050405020304" pitchFamily="18" charset="0"/>
              </a:rPr>
            </a:br>
            <a:r>
              <a:rPr lang="en-US" sz="1500" dirty="0">
                <a:latin typeface="Consolas" panose="020B0609020204030204" pitchFamily="49" charset="0"/>
                <a:cs typeface="Times New Roman" panose="02020603050405020304" pitchFamily="18" charset="0"/>
              </a:rPr>
              <a:t>FROM orders</a:t>
            </a:r>
            <a:br>
              <a:rPr lang="en-US" sz="1500" dirty="0">
                <a:latin typeface="Consolas" panose="020B0609020204030204" pitchFamily="49" charset="0"/>
                <a:cs typeface="Times New Roman" panose="02020603050405020304" pitchFamily="18" charset="0"/>
              </a:rPr>
            </a:br>
            <a:r>
              <a:rPr lang="en-US" sz="1500" dirty="0">
                <a:latin typeface="Consolas" panose="020B0609020204030204" pitchFamily="49" charset="0"/>
                <a:cs typeface="Times New Roman" panose="02020603050405020304" pitchFamily="18" charset="0"/>
              </a:rPr>
              <a:t>GROUP BY </a:t>
            </a:r>
            <a:r>
              <a:rPr lang="en-US" sz="1500" dirty="0" err="1">
                <a:latin typeface="Consolas" panose="020B0609020204030204" pitchFamily="49" charset="0"/>
                <a:cs typeface="Times New Roman" panose="02020603050405020304" pitchFamily="18" charset="0"/>
              </a:rPr>
              <a:t>Warehouse_ID</a:t>
            </a:r>
            <a:br>
              <a:rPr lang="en-US" sz="1500" dirty="0">
                <a:latin typeface="Consolas" panose="020B0609020204030204" pitchFamily="49" charset="0"/>
                <a:cs typeface="Times New Roman" panose="02020603050405020304" pitchFamily="18" charset="0"/>
              </a:rPr>
            </a:br>
            <a:r>
              <a:rPr lang="en-US" sz="1500" dirty="0">
                <a:latin typeface="Consolas" panose="020B0609020204030204" pitchFamily="49" charset="0"/>
                <a:cs typeface="Times New Roman" panose="02020603050405020304" pitchFamily="18" charset="0"/>
              </a:rPr>
              <a:t>ORDER BY </a:t>
            </a:r>
            <a:r>
              <a:rPr lang="en-US" sz="1500" dirty="0" err="1">
                <a:latin typeface="Consolas" panose="020B0609020204030204" pitchFamily="49" charset="0"/>
                <a:cs typeface="Times New Roman" panose="02020603050405020304" pitchFamily="18" charset="0"/>
              </a:rPr>
              <a:t>OnTime_Percentage</a:t>
            </a:r>
            <a:r>
              <a:rPr lang="en-US" sz="1500" dirty="0">
                <a:latin typeface="Consolas" panose="020B0609020204030204" pitchFamily="49" charset="0"/>
                <a:cs typeface="Times New Roman" panose="02020603050405020304" pitchFamily="18" charset="0"/>
              </a:rPr>
              <a:t> DESC;</a:t>
            </a:r>
          </a:p>
          <a:p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D6B9FA4-6BFD-B636-6405-E11EA792FD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5456" y="992504"/>
            <a:ext cx="4462343" cy="155765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569493A-DE05-33EC-E9BD-32FAD3E9A8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5456" y="2719704"/>
            <a:ext cx="4462343" cy="229584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6BF8C54-E859-587D-9593-5FE7A5CA1FA8}"/>
              </a:ext>
            </a:extLst>
          </p:cNvPr>
          <p:cNvSpPr txBox="1"/>
          <p:nvPr/>
        </p:nvSpPr>
        <p:spPr>
          <a:xfrm>
            <a:off x="7145456" y="5140960"/>
            <a:ext cx="4462343" cy="12003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Warehouses with processing time above the global average are identified as bottlenecks, while ranking highlights top-performing warehouses based on delivery efficiency.</a:t>
            </a:r>
          </a:p>
        </p:txBody>
      </p:sp>
    </p:spTree>
    <p:extLst>
      <p:ext uri="{BB962C8B-B14F-4D97-AF65-F5344CB8AC3E}">
        <p14:creationId xmlns:p14="http://schemas.microsoft.com/office/powerpoint/2010/main" val="30050020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B30991-2A1D-2261-D885-8CA0E5830A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 5: DELIVERY AGENT PERFORMANCE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6DC43A-C3F1-C3AB-1575-9AC1FF3495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Ranked delivery agents based on on-time performance 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Identified agents with low delivery efficiency 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Compared average speed of top and bottom performing agents 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analysis helps evaluate agent performance and identify improvement opportunities.</a:t>
            </a:r>
          </a:p>
        </p:txBody>
      </p:sp>
    </p:spTree>
    <p:extLst>
      <p:ext uri="{BB962C8B-B14F-4D97-AF65-F5344CB8AC3E}">
        <p14:creationId xmlns:p14="http://schemas.microsoft.com/office/powerpoint/2010/main" val="27167320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1838FA-7A72-4A96-277F-D112D3F72B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89915"/>
          </a:xfrm>
        </p:spPr>
        <p:txBody>
          <a:bodyPr>
            <a:normAutofit/>
          </a:bodyPr>
          <a:lstStyle/>
          <a:p>
            <a:pPr algn="ctr"/>
            <a:r>
              <a:rPr lang="en-US" sz="2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AGENT PERFORMANCE RANKING (ROUTE-WISE)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95B8F5-BFE2-A90A-C667-C142CEC01D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056639"/>
            <a:ext cx="5044440" cy="5436235"/>
          </a:xfrm>
          <a:ln>
            <a:solidFill>
              <a:schemeClr val="tx1"/>
            </a:solidFill>
          </a:ln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200" dirty="0">
                <a:latin typeface="Consolas" panose="020B0609020204030204" pitchFamily="49" charset="0"/>
                <a:cs typeface="Times New Roman" panose="02020603050405020304" pitchFamily="18" charset="0"/>
              </a:rPr>
              <a:t>SELECT </a:t>
            </a:r>
          </a:p>
          <a:p>
            <a:pPr marL="0" indent="0">
              <a:buNone/>
            </a:pPr>
            <a:r>
              <a:rPr lang="en-US" sz="1200" dirty="0">
                <a:latin typeface="Consolas" panose="020B0609020204030204" pitchFamily="49" charset="0"/>
                <a:cs typeface="Times New Roman" panose="02020603050405020304" pitchFamily="18" charset="0"/>
              </a:rPr>
              <a:t>    </a:t>
            </a:r>
            <a:r>
              <a:rPr lang="en-US" sz="1200" dirty="0" err="1">
                <a:latin typeface="Consolas" panose="020B0609020204030204" pitchFamily="49" charset="0"/>
                <a:cs typeface="Times New Roman" panose="02020603050405020304" pitchFamily="18" charset="0"/>
              </a:rPr>
              <a:t>da.Agent_ID</a:t>
            </a:r>
            <a:r>
              <a:rPr lang="en-US" sz="1200" dirty="0">
                <a:latin typeface="Consolas" panose="020B0609020204030204" pitchFamily="49" charset="0"/>
                <a:cs typeface="Times New Roman" panose="02020603050405020304" pitchFamily="18" charset="0"/>
              </a:rPr>
              <a:t>,</a:t>
            </a:r>
          </a:p>
          <a:p>
            <a:pPr marL="0" indent="0">
              <a:buNone/>
            </a:pPr>
            <a:r>
              <a:rPr lang="en-US" sz="1200" dirty="0">
                <a:latin typeface="Consolas" panose="020B0609020204030204" pitchFamily="49" charset="0"/>
                <a:cs typeface="Times New Roman" panose="02020603050405020304" pitchFamily="18" charset="0"/>
              </a:rPr>
              <a:t>    </a:t>
            </a:r>
            <a:r>
              <a:rPr lang="en-US" sz="1200" dirty="0" err="1">
                <a:latin typeface="Consolas" panose="020B0609020204030204" pitchFamily="49" charset="0"/>
                <a:cs typeface="Times New Roman" panose="02020603050405020304" pitchFamily="18" charset="0"/>
              </a:rPr>
              <a:t>o.Route_ID</a:t>
            </a:r>
            <a:r>
              <a:rPr lang="en-US" sz="1200" dirty="0">
                <a:latin typeface="Consolas" panose="020B0609020204030204" pitchFamily="49" charset="0"/>
                <a:cs typeface="Times New Roman" panose="02020603050405020304" pitchFamily="18" charset="0"/>
              </a:rPr>
              <a:t>,</a:t>
            </a:r>
          </a:p>
          <a:p>
            <a:pPr marL="0" indent="0">
              <a:buNone/>
            </a:pPr>
            <a:r>
              <a:rPr lang="en-US" sz="1200" dirty="0">
                <a:latin typeface="Consolas" panose="020B0609020204030204" pitchFamily="49" charset="0"/>
                <a:cs typeface="Times New Roman" panose="02020603050405020304" pitchFamily="18" charset="0"/>
              </a:rPr>
              <a:t>    (SUM(CASE </a:t>
            </a:r>
          </a:p>
          <a:p>
            <a:pPr marL="0" indent="0">
              <a:buNone/>
            </a:pPr>
            <a:r>
              <a:rPr lang="en-US" sz="1200" dirty="0">
                <a:latin typeface="Consolas" panose="020B0609020204030204" pitchFamily="49" charset="0"/>
                <a:cs typeface="Times New Roman" panose="02020603050405020304" pitchFamily="18" charset="0"/>
              </a:rPr>
              <a:t>        WHEN </a:t>
            </a:r>
            <a:r>
              <a:rPr lang="en-US" sz="1200" dirty="0" err="1">
                <a:latin typeface="Consolas" panose="020B0609020204030204" pitchFamily="49" charset="0"/>
                <a:cs typeface="Times New Roman" panose="02020603050405020304" pitchFamily="18" charset="0"/>
              </a:rPr>
              <a:t>o.Delay_Days</a:t>
            </a:r>
            <a:r>
              <a:rPr lang="en-US" sz="1200" dirty="0">
                <a:latin typeface="Consolas" panose="020B0609020204030204" pitchFamily="49" charset="0"/>
                <a:cs typeface="Times New Roman" panose="02020603050405020304" pitchFamily="18" charset="0"/>
              </a:rPr>
              <a:t> &lt;= 0 THEN 1 </a:t>
            </a:r>
          </a:p>
          <a:p>
            <a:pPr marL="0" indent="0">
              <a:buNone/>
            </a:pPr>
            <a:r>
              <a:rPr lang="en-US" sz="1200" dirty="0">
                <a:latin typeface="Consolas" panose="020B0609020204030204" pitchFamily="49" charset="0"/>
                <a:cs typeface="Times New Roman" panose="02020603050405020304" pitchFamily="18" charset="0"/>
              </a:rPr>
              <a:t>        ELSE 0 </a:t>
            </a:r>
          </a:p>
          <a:p>
            <a:pPr marL="0" indent="0">
              <a:buNone/>
            </a:pPr>
            <a:r>
              <a:rPr lang="en-US" sz="1200" dirty="0">
                <a:latin typeface="Consolas" panose="020B0609020204030204" pitchFamily="49" charset="0"/>
                <a:cs typeface="Times New Roman" panose="02020603050405020304" pitchFamily="18" charset="0"/>
              </a:rPr>
              <a:t>    END) * 100.0 / COUNT(*)) AS </a:t>
            </a:r>
            <a:r>
              <a:rPr lang="en-US" sz="1200" dirty="0" err="1">
                <a:latin typeface="Consolas" panose="020B0609020204030204" pitchFamily="49" charset="0"/>
                <a:cs typeface="Times New Roman" panose="02020603050405020304" pitchFamily="18" charset="0"/>
              </a:rPr>
              <a:t>OnTime_Percentage</a:t>
            </a:r>
            <a:r>
              <a:rPr lang="en-US" sz="1200" dirty="0">
                <a:latin typeface="Consolas" panose="020B0609020204030204" pitchFamily="49" charset="0"/>
                <a:cs typeface="Times New Roman" panose="02020603050405020304" pitchFamily="18" charset="0"/>
              </a:rPr>
              <a:t>,</a:t>
            </a:r>
          </a:p>
          <a:p>
            <a:pPr marL="0" indent="0">
              <a:buNone/>
            </a:pPr>
            <a:r>
              <a:rPr lang="en-US" sz="1200" dirty="0">
                <a:latin typeface="Consolas" panose="020B0609020204030204" pitchFamily="49" charset="0"/>
                <a:cs typeface="Times New Roman" panose="02020603050405020304" pitchFamily="18" charset="0"/>
              </a:rPr>
              <a:t>    RANK() OVER (</a:t>
            </a:r>
          </a:p>
          <a:p>
            <a:pPr marL="0" indent="0">
              <a:buNone/>
            </a:pPr>
            <a:r>
              <a:rPr lang="en-US" sz="1200" dirty="0">
                <a:latin typeface="Consolas" panose="020B0609020204030204" pitchFamily="49" charset="0"/>
                <a:cs typeface="Times New Roman" panose="02020603050405020304" pitchFamily="18" charset="0"/>
              </a:rPr>
              <a:t>        PARTITION BY </a:t>
            </a:r>
            <a:r>
              <a:rPr lang="en-US" sz="1200" dirty="0" err="1">
                <a:latin typeface="Consolas" panose="020B0609020204030204" pitchFamily="49" charset="0"/>
                <a:cs typeface="Times New Roman" panose="02020603050405020304" pitchFamily="18" charset="0"/>
              </a:rPr>
              <a:t>o.Route_ID</a:t>
            </a:r>
            <a:endParaRPr lang="en-US" sz="1200" dirty="0">
              <a:latin typeface="Consolas" panose="020B0609020204030204" pitchFamily="49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200" dirty="0">
                <a:latin typeface="Consolas" panose="020B0609020204030204" pitchFamily="49" charset="0"/>
                <a:cs typeface="Times New Roman" panose="02020603050405020304" pitchFamily="18" charset="0"/>
              </a:rPr>
              <a:t>        ORDER BY </a:t>
            </a:r>
          </a:p>
          <a:p>
            <a:pPr marL="0" indent="0">
              <a:buNone/>
            </a:pPr>
            <a:r>
              <a:rPr lang="en-US" sz="1200" dirty="0">
                <a:latin typeface="Consolas" panose="020B0609020204030204" pitchFamily="49" charset="0"/>
                <a:cs typeface="Times New Roman" panose="02020603050405020304" pitchFamily="18" charset="0"/>
              </a:rPr>
              <a:t>        (SUM(CASE </a:t>
            </a:r>
          </a:p>
          <a:p>
            <a:pPr marL="0" indent="0">
              <a:buNone/>
            </a:pPr>
            <a:r>
              <a:rPr lang="en-US" sz="1200" dirty="0">
                <a:latin typeface="Consolas" panose="020B0609020204030204" pitchFamily="49" charset="0"/>
                <a:cs typeface="Times New Roman" panose="02020603050405020304" pitchFamily="18" charset="0"/>
              </a:rPr>
              <a:t>            WHEN </a:t>
            </a:r>
            <a:r>
              <a:rPr lang="en-US" sz="1200" dirty="0" err="1">
                <a:latin typeface="Consolas" panose="020B0609020204030204" pitchFamily="49" charset="0"/>
                <a:cs typeface="Times New Roman" panose="02020603050405020304" pitchFamily="18" charset="0"/>
              </a:rPr>
              <a:t>o.Delay_Days</a:t>
            </a:r>
            <a:r>
              <a:rPr lang="en-US" sz="1200" dirty="0">
                <a:latin typeface="Consolas" panose="020B0609020204030204" pitchFamily="49" charset="0"/>
                <a:cs typeface="Times New Roman" panose="02020603050405020304" pitchFamily="18" charset="0"/>
              </a:rPr>
              <a:t> &lt;= 0 THEN 1 </a:t>
            </a:r>
          </a:p>
          <a:p>
            <a:pPr marL="0" indent="0">
              <a:buNone/>
            </a:pPr>
            <a:r>
              <a:rPr lang="en-US" sz="1200" dirty="0">
                <a:latin typeface="Consolas" panose="020B0609020204030204" pitchFamily="49" charset="0"/>
                <a:cs typeface="Times New Roman" panose="02020603050405020304" pitchFamily="18" charset="0"/>
              </a:rPr>
              <a:t>            ELSE 0 </a:t>
            </a:r>
          </a:p>
          <a:p>
            <a:pPr marL="0" indent="0">
              <a:buNone/>
            </a:pPr>
            <a:r>
              <a:rPr lang="en-US" sz="1200" dirty="0">
                <a:latin typeface="Consolas" panose="020B0609020204030204" pitchFamily="49" charset="0"/>
                <a:cs typeface="Times New Roman" panose="02020603050405020304" pitchFamily="18" charset="0"/>
              </a:rPr>
              <a:t>        END) * 100.0 / COUNT(*)) DESC</a:t>
            </a:r>
          </a:p>
          <a:p>
            <a:pPr marL="0" indent="0">
              <a:buNone/>
            </a:pPr>
            <a:r>
              <a:rPr lang="en-US" sz="1200" dirty="0">
                <a:latin typeface="Consolas" panose="020B0609020204030204" pitchFamily="49" charset="0"/>
                <a:cs typeface="Times New Roman" panose="02020603050405020304" pitchFamily="18" charset="0"/>
              </a:rPr>
              <a:t>    ) AS </a:t>
            </a:r>
            <a:r>
              <a:rPr lang="en-US" sz="1200" dirty="0" err="1">
                <a:latin typeface="Consolas" panose="020B0609020204030204" pitchFamily="49" charset="0"/>
                <a:cs typeface="Times New Roman" panose="02020603050405020304" pitchFamily="18" charset="0"/>
              </a:rPr>
              <a:t>Rank_Agent</a:t>
            </a:r>
            <a:endParaRPr lang="en-US" sz="1200" dirty="0">
              <a:latin typeface="Consolas" panose="020B0609020204030204" pitchFamily="49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200" dirty="0">
                <a:latin typeface="Consolas" panose="020B0609020204030204" pitchFamily="49" charset="0"/>
                <a:cs typeface="Times New Roman" panose="02020603050405020304" pitchFamily="18" charset="0"/>
              </a:rPr>
              <a:t>FROM orders o</a:t>
            </a:r>
          </a:p>
          <a:p>
            <a:pPr marL="0" indent="0">
              <a:buNone/>
            </a:pPr>
            <a:r>
              <a:rPr lang="en-US" sz="1200" dirty="0">
                <a:latin typeface="Consolas" panose="020B0609020204030204" pitchFamily="49" charset="0"/>
                <a:cs typeface="Times New Roman" panose="02020603050405020304" pitchFamily="18" charset="0"/>
              </a:rPr>
              <a:t>JOIN </a:t>
            </a:r>
            <a:r>
              <a:rPr lang="en-US" sz="1200" dirty="0" err="1">
                <a:latin typeface="Consolas" panose="020B0609020204030204" pitchFamily="49" charset="0"/>
                <a:cs typeface="Times New Roman" panose="02020603050405020304" pitchFamily="18" charset="0"/>
              </a:rPr>
              <a:t>deliveryagents</a:t>
            </a:r>
            <a:r>
              <a:rPr lang="en-US" sz="1200" dirty="0">
                <a:latin typeface="Consolas" panose="020B0609020204030204" pitchFamily="49" charset="0"/>
                <a:cs typeface="Times New Roman" panose="02020603050405020304" pitchFamily="18" charset="0"/>
              </a:rPr>
              <a:t> da</a:t>
            </a:r>
          </a:p>
          <a:p>
            <a:pPr marL="0" indent="0">
              <a:buNone/>
            </a:pPr>
            <a:r>
              <a:rPr lang="en-US" sz="1200" dirty="0">
                <a:latin typeface="Consolas" panose="020B0609020204030204" pitchFamily="49" charset="0"/>
                <a:cs typeface="Times New Roman" panose="02020603050405020304" pitchFamily="18" charset="0"/>
              </a:rPr>
              <a:t>ON </a:t>
            </a:r>
            <a:r>
              <a:rPr lang="en-US" sz="1200" dirty="0" err="1">
                <a:latin typeface="Consolas" panose="020B0609020204030204" pitchFamily="49" charset="0"/>
                <a:cs typeface="Times New Roman" panose="02020603050405020304" pitchFamily="18" charset="0"/>
              </a:rPr>
              <a:t>o.Route_ID</a:t>
            </a:r>
            <a:r>
              <a:rPr lang="en-US" sz="1200" dirty="0">
                <a:latin typeface="Consolas" panose="020B0609020204030204" pitchFamily="49" charset="0"/>
                <a:cs typeface="Times New Roman" panose="02020603050405020304" pitchFamily="18" charset="0"/>
              </a:rPr>
              <a:t> = </a:t>
            </a:r>
            <a:r>
              <a:rPr lang="en-US" sz="1200" dirty="0" err="1">
                <a:latin typeface="Consolas" panose="020B0609020204030204" pitchFamily="49" charset="0"/>
                <a:cs typeface="Times New Roman" panose="02020603050405020304" pitchFamily="18" charset="0"/>
              </a:rPr>
              <a:t>da.Route_ID</a:t>
            </a:r>
            <a:endParaRPr lang="en-US" sz="1200" dirty="0">
              <a:latin typeface="Consolas" panose="020B0609020204030204" pitchFamily="49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200" dirty="0">
                <a:latin typeface="Consolas" panose="020B0609020204030204" pitchFamily="49" charset="0"/>
                <a:cs typeface="Times New Roman" panose="02020603050405020304" pitchFamily="18" charset="0"/>
              </a:rPr>
              <a:t>GROUP BY </a:t>
            </a:r>
            <a:r>
              <a:rPr lang="en-US" sz="1200" dirty="0" err="1">
                <a:latin typeface="Consolas" panose="020B0609020204030204" pitchFamily="49" charset="0"/>
                <a:cs typeface="Times New Roman" panose="02020603050405020304" pitchFamily="18" charset="0"/>
              </a:rPr>
              <a:t>da.Agent_ID</a:t>
            </a:r>
            <a:r>
              <a:rPr lang="en-US" sz="1200" dirty="0">
                <a:latin typeface="Consolas" panose="020B0609020204030204" pitchFamily="49" charset="0"/>
                <a:cs typeface="Times New Roman" panose="02020603050405020304" pitchFamily="18" charset="0"/>
              </a:rPr>
              <a:t>, </a:t>
            </a:r>
            <a:r>
              <a:rPr lang="en-US" sz="1200" dirty="0" err="1">
                <a:latin typeface="Consolas" panose="020B0609020204030204" pitchFamily="49" charset="0"/>
                <a:cs typeface="Times New Roman" panose="02020603050405020304" pitchFamily="18" charset="0"/>
              </a:rPr>
              <a:t>o.Route_ID</a:t>
            </a:r>
            <a:r>
              <a:rPr lang="en-US" sz="1200" dirty="0">
                <a:latin typeface="Consolas" panose="020B0609020204030204" pitchFamily="49" charset="0"/>
                <a:cs typeface="Times New Roman" panose="02020603050405020304" pitchFamily="18" charset="0"/>
              </a:rPr>
              <a:t>;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533624E-A974-C90D-5D1C-0F7D7D4F1A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72208" y="1056639"/>
            <a:ext cx="4563712" cy="268224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91EBC42-F258-E42E-5DE9-711D0FE4AF25}"/>
              </a:ext>
            </a:extLst>
          </p:cNvPr>
          <p:cNvSpPr txBox="1"/>
          <p:nvPr/>
        </p:nvSpPr>
        <p:spPr>
          <a:xfrm>
            <a:off x="5963920" y="3881120"/>
            <a:ext cx="4572000" cy="147732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Agents are ranked within each route based on on-time delivery performance.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Since many agents have similar performance within the same route, they receive the same rank.</a:t>
            </a:r>
          </a:p>
        </p:txBody>
      </p:sp>
    </p:spTree>
    <p:extLst>
      <p:ext uri="{BB962C8B-B14F-4D97-AF65-F5344CB8AC3E}">
        <p14:creationId xmlns:p14="http://schemas.microsoft.com/office/powerpoint/2010/main" val="35395561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2C23A-9671-3FFC-4FC5-996F91C8EC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45719"/>
          </a:xfrm>
        </p:spPr>
        <p:txBody>
          <a:bodyPr>
            <a:normAutofit fontScale="90000"/>
          </a:bodyPr>
          <a:lstStyle/>
          <a:p>
            <a:pPr algn="ctr"/>
            <a:r>
              <a:rPr lang="en-US" sz="2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 PERFORMING AGENTS &amp; PERFORMANCE COMPARISON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E8AFD4-79CD-FBB9-7A6A-77B6CC7AE3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5000" y="733425"/>
            <a:ext cx="5064760" cy="6007736"/>
          </a:xfrm>
          <a:ln>
            <a:solidFill>
              <a:schemeClr val="tx1"/>
            </a:solidFill>
          </a:ln>
        </p:spPr>
        <p:txBody>
          <a:bodyPr>
            <a:noAutofit/>
          </a:bodyPr>
          <a:lstStyle/>
          <a:p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Low-performing agents:</a:t>
            </a:r>
          </a:p>
          <a:p>
            <a:pPr marL="0" indent="0">
              <a:buNone/>
            </a:pPr>
            <a:r>
              <a:rPr lang="en-US" sz="1200" dirty="0">
                <a:latin typeface="Consolas" panose="020B0609020204030204" pitchFamily="49" charset="0"/>
                <a:cs typeface="Times New Roman" panose="02020603050405020304" pitchFamily="18" charset="0"/>
              </a:rPr>
              <a:t>SELECT </a:t>
            </a:r>
            <a:br>
              <a:rPr lang="en-US" sz="1200" dirty="0">
                <a:latin typeface="Consolas" panose="020B0609020204030204" pitchFamily="49" charset="0"/>
                <a:cs typeface="Times New Roman" panose="02020603050405020304" pitchFamily="18" charset="0"/>
              </a:rPr>
            </a:br>
            <a:r>
              <a:rPr lang="en-US" sz="1200" dirty="0">
                <a:latin typeface="Consolas" panose="020B0609020204030204" pitchFamily="49" charset="0"/>
                <a:cs typeface="Times New Roman" panose="02020603050405020304" pitchFamily="18" charset="0"/>
              </a:rPr>
              <a:t>    </a:t>
            </a:r>
            <a:r>
              <a:rPr lang="en-US" sz="1200" dirty="0" err="1">
                <a:latin typeface="Consolas" panose="020B0609020204030204" pitchFamily="49" charset="0"/>
                <a:cs typeface="Times New Roman" panose="02020603050405020304" pitchFamily="18" charset="0"/>
              </a:rPr>
              <a:t>da.Agent_ID</a:t>
            </a:r>
            <a:r>
              <a:rPr lang="en-US" sz="1200" dirty="0">
                <a:latin typeface="Consolas" panose="020B0609020204030204" pitchFamily="49" charset="0"/>
                <a:cs typeface="Times New Roman" panose="02020603050405020304" pitchFamily="18" charset="0"/>
              </a:rPr>
              <a:t>,</a:t>
            </a:r>
            <a:br>
              <a:rPr lang="en-US" sz="1200" dirty="0">
                <a:latin typeface="Consolas" panose="020B0609020204030204" pitchFamily="49" charset="0"/>
                <a:cs typeface="Times New Roman" panose="02020603050405020304" pitchFamily="18" charset="0"/>
              </a:rPr>
            </a:br>
            <a:r>
              <a:rPr lang="en-US" sz="1200" dirty="0">
                <a:latin typeface="Consolas" panose="020B0609020204030204" pitchFamily="49" charset="0"/>
                <a:cs typeface="Times New Roman" panose="02020603050405020304" pitchFamily="18" charset="0"/>
              </a:rPr>
              <a:t>    (SUM(CASE </a:t>
            </a:r>
            <a:br>
              <a:rPr lang="en-US" sz="1200" dirty="0">
                <a:latin typeface="Consolas" panose="020B0609020204030204" pitchFamily="49" charset="0"/>
                <a:cs typeface="Times New Roman" panose="02020603050405020304" pitchFamily="18" charset="0"/>
              </a:rPr>
            </a:br>
            <a:r>
              <a:rPr lang="en-US" sz="1200" dirty="0">
                <a:latin typeface="Consolas" panose="020B0609020204030204" pitchFamily="49" charset="0"/>
                <a:cs typeface="Times New Roman" panose="02020603050405020304" pitchFamily="18" charset="0"/>
              </a:rPr>
              <a:t>        WHEN </a:t>
            </a:r>
            <a:r>
              <a:rPr lang="en-US" sz="1200" dirty="0" err="1">
                <a:latin typeface="Consolas" panose="020B0609020204030204" pitchFamily="49" charset="0"/>
                <a:cs typeface="Times New Roman" panose="02020603050405020304" pitchFamily="18" charset="0"/>
              </a:rPr>
              <a:t>o.Delay_Days</a:t>
            </a:r>
            <a:r>
              <a:rPr lang="en-US" sz="1200" dirty="0">
                <a:latin typeface="Consolas" panose="020B0609020204030204" pitchFamily="49" charset="0"/>
                <a:cs typeface="Times New Roman" panose="02020603050405020304" pitchFamily="18" charset="0"/>
              </a:rPr>
              <a:t> &lt;= 0 THEN 1 </a:t>
            </a:r>
            <a:br>
              <a:rPr lang="en-US" sz="1200" dirty="0">
                <a:latin typeface="Consolas" panose="020B0609020204030204" pitchFamily="49" charset="0"/>
                <a:cs typeface="Times New Roman" panose="02020603050405020304" pitchFamily="18" charset="0"/>
              </a:rPr>
            </a:br>
            <a:r>
              <a:rPr lang="en-US" sz="1200" dirty="0">
                <a:latin typeface="Consolas" panose="020B0609020204030204" pitchFamily="49" charset="0"/>
                <a:cs typeface="Times New Roman" panose="02020603050405020304" pitchFamily="18" charset="0"/>
              </a:rPr>
              <a:t>        ELSE 0 </a:t>
            </a:r>
            <a:br>
              <a:rPr lang="en-US" sz="1200" dirty="0">
                <a:latin typeface="Consolas" panose="020B0609020204030204" pitchFamily="49" charset="0"/>
                <a:cs typeface="Times New Roman" panose="02020603050405020304" pitchFamily="18" charset="0"/>
              </a:rPr>
            </a:br>
            <a:r>
              <a:rPr lang="en-US" sz="1200" dirty="0">
                <a:latin typeface="Consolas" panose="020B0609020204030204" pitchFamily="49" charset="0"/>
                <a:cs typeface="Times New Roman" panose="02020603050405020304" pitchFamily="18" charset="0"/>
              </a:rPr>
              <a:t>    END) * 100.0 / COUNT(*)) AS </a:t>
            </a:r>
            <a:r>
              <a:rPr lang="en-US" sz="1200" dirty="0" err="1">
                <a:latin typeface="Consolas" panose="020B0609020204030204" pitchFamily="49" charset="0"/>
                <a:cs typeface="Times New Roman" panose="02020603050405020304" pitchFamily="18" charset="0"/>
              </a:rPr>
              <a:t>OnTime_Percentage</a:t>
            </a:r>
            <a:br>
              <a:rPr lang="en-US" sz="1200" dirty="0">
                <a:latin typeface="Consolas" panose="020B0609020204030204" pitchFamily="49" charset="0"/>
                <a:cs typeface="Times New Roman" panose="02020603050405020304" pitchFamily="18" charset="0"/>
              </a:rPr>
            </a:br>
            <a:r>
              <a:rPr lang="en-US" sz="1200" dirty="0">
                <a:latin typeface="Consolas" panose="020B0609020204030204" pitchFamily="49" charset="0"/>
                <a:cs typeface="Times New Roman" panose="02020603050405020304" pitchFamily="18" charset="0"/>
              </a:rPr>
              <a:t>FROM orders o</a:t>
            </a:r>
            <a:br>
              <a:rPr lang="en-US" sz="1200" dirty="0">
                <a:latin typeface="Consolas" panose="020B0609020204030204" pitchFamily="49" charset="0"/>
                <a:cs typeface="Times New Roman" panose="02020603050405020304" pitchFamily="18" charset="0"/>
              </a:rPr>
            </a:br>
            <a:r>
              <a:rPr lang="en-US" sz="1200" dirty="0">
                <a:latin typeface="Consolas" panose="020B0609020204030204" pitchFamily="49" charset="0"/>
                <a:cs typeface="Times New Roman" panose="02020603050405020304" pitchFamily="18" charset="0"/>
              </a:rPr>
              <a:t>JOIN </a:t>
            </a:r>
            <a:r>
              <a:rPr lang="en-US" sz="1200" dirty="0" err="1">
                <a:latin typeface="Consolas" panose="020B0609020204030204" pitchFamily="49" charset="0"/>
                <a:cs typeface="Times New Roman" panose="02020603050405020304" pitchFamily="18" charset="0"/>
              </a:rPr>
              <a:t>deliveryagents</a:t>
            </a:r>
            <a:r>
              <a:rPr lang="en-US" sz="1200" dirty="0">
                <a:latin typeface="Consolas" panose="020B0609020204030204" pitchFamily="49" charset="0"/>
                <a:cs typeface="Times New Roman" panose="02020603050405020304" pitchFamily="18" charset="0"/>
              </a:rPr>
              <a:t> da</a:t>
            </a:r>
            <a:br>
              <a:rPr lang="en-US" sz="1200" dirty="0">
                <a:latin typeface="Consolas" panose="020B0609020204030204" pitchFamily="49" charset="0"/>
                <a:cs typeface="Times New Roman" panose="02020603050405020304" pitchFamily="18" charset="0"/>
              </a:rPr>
            </a:br>
            <a:r>
              <a:rPr lang="en-US" sz="1200" dirty="0">
                <a:latin typeface="Consolas" panose="020B0609020204030204" pitchFamily="49" charset="0"/>
                <a:cs typeface="Times New Roman" panose="02020603050405020304" pitchFamily="18" charset="0"/>
              </a:rPr>
              <a:t>ON </a:t>
            </a:r>
            <a:r>
              <a:rPr lang="en-US" sz="1200" dirty="0" err="1">
                <a:latin typeface="Consolas" panose="020B0609020204030204" pitchFamily="49" charset="0"/>
                <a:cs typeface="Times New Roman" panose="02020603050405020304" pitchFamily="18" charset="0"/>
              </a:rPr>
              <a:t>o.Route_ID</a:t>
            </a:r>
            <a:r>
              <a:rPr lang="en-US" sz="1200" dirty="0">
                <a:latin typeface="Consolas" panose="020B0609020204030204" pitchFamily="49" charset="0"/>
                <a:cs typeface="Times New Roman" panose="02020603050405020304" pitchFamily="18" charset="0"/>
              </a:rPr>
              <a:t> = </a:t>
            </a:r>
            <a:r>
              <a:rPr lang="en-US" sz="1200" dirty="0" err="1">
                <a:latin typeface="Consolas" panose="020B0609020204030204" pitchFamily="49" charset="0"/>
                <a:cs typeface="Times New Roman" panose="02020603050405020304" pitchFamily="18" charset="0"/>
              </a:rPr>
              <a:t>da.Route_ID</a:t>
            </a:r>
            <a:br>
              <a:rPr lang="en-US" sz="1200" dirty="0">
                <a:latin typeface="Consolas" panose="020B0609020204030204" pitchFamily="49" charset="0"/>
                <a:cs typeface="Times New Roman" panose="02020603050405020304" pitchFamily="18" charset="0"/>
              </a:rPr>
            </a:br>
            <a:r>
              <a:rPr lang="en-US" sz="1200" dirty="0">
                <a:latin typeface="Consolas" panose="020B0609020204030204" pitchFamily="49" charset="0"/>
                <a:cs typeface="Times New Roman" panose="02020603050405020304" pitchFamily="18" charset="0"/>
              </a:rPr>
              <a:t>GROUP BY </a:t>
            </a:r>
            <a:r>
              <a:rPr lang="en-US" sz="1200" dirty="0" err="1">
                <a:latin typeface="Consolas" panose="020B0609020204030204" pitchFamily="49" charset="0"/>
                <a:cs typeface="Times New Roman" panose="02020603050405020304" pitchFamily="18" charset="0"/>
              </a:rPr>
              <a:t>da.Agent_ID</a:t>
            </a:r>
            <a:br>
              <a:rPr lang="en-US" sz="1200" dirty="0">
                <a:latin typeface="Consolas" panose="020B0609020204030204" pitchFamily="49" charset="0"/>
                <a:cs typeface="Times New Roman" panose="02020603050405020304" pitchFamily="18" charset="0"/>
              </a:rPr>
            </a:br>
            <a:r>
              <a:rPr lang="en-US" sz="1200" dirty="0">
                <a:latin typeface="Consolas" panose="020B0609020204030204" pitchFamily="49" charset="0"/>
                <a:cs typeface="Times New Roman" panose="02020603050405020304" pitchFamily="18" charset="0"/>
              </a:rPr>
              <a:t>HAVING </a:t>
            </a:r>
            <a:r>
              <a:rPr lang="en-US" sz="1200" dirty="0" err="1">
                <a:latin typeface="Consolas" panose="020B0609020204030204" pitchFamily="49" charset="0"/>
                <a:cs typeface="Times New Roman" panose="02020603050405020304" pitchFamily="18" charset="0"/>
              </a:rPr>
              <a:t>OnTime_Percentage</a:t>
            </a:r>
            <a:r>
              <a:rPr lang="en-US" sz="1200" dirty="0">
                <a:latin typeface="Consolas" panose="020B0609020204030204" pitchFamily="49" charset="0"/>
                <a:cs typeface="Times New Roman" panose="02020603050405020304" pitchFamily="18" charset="0"/>
              </a:rPr>
              <a:t> &lt; 80;</a:t>
            </a:r>
          </a:p>
          <a:p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Speed comparison:</a:t>
            </a:r>
          </a:p>
          <a:p>
            <a:pPr marL="0" indent="0">
              <a:buNone/>
            </a:pPr>
            <a:r>
              <a:rPr lang="en-US" sz="1200" dirty="0">
                <a:latin typeface="Consolas" panose="020B0609020204030204" pitchFamily="49" charset="0"/>
                <a:cs typeface="Times New Roman" panose="02020603050405020304" pitchFamily="18" charset="0"/>
              </a:rPr>
              <a:t>SELECT </a:t>
            </a:r>
            <a:br>
              <a:rPr lang="en-US" sz="1200" dirty="0">
                <a:latin typeface="Consolas" panose="020B0609020204030204" pitchFamily="49" charset="0"/>
                <a:cs typeface="Times New Roman" panose="02020603050405020304" pitchFamily="18" charset="0"/>
              </a:rPr>
            </a:br>
            <a:r>
              <a:rPr lang="en-US" sz="1200" dirty="0">
                <a:latin typeface="Consolas" panose="020B0609020204030204" pitchFamily="49" charset="0"/>
                <a:cs typeface="Times New Roman" panose="02020603050405020304" pitchFamily="18" charset="0"/>
              </a:rPr>
              <a:t>    'Top 5 Agents' AS Category,</a:t>
            </a:r>
            <a:br>
              <a:rPr lang="en-US" sz="1200" dirty="0">
                <a:latin typeface="Consolas" panose="020B0609020204030204" pitchFamily="49" charset="0"/>
                <a:cs typeface="Times New Roman" panose="02020603050405020304" pitchFamily="18" charset="0"/>
              </a:rPr>
            </a:br>
            <a:r>
              <a:rPr lang="en-US" sz="1200" dirty="0">
                <a:latin typeface="Consolas" panose="020B0609020204030204" pitchFamily="49" charset="0"/>
                <a:cs typeface="Times New Roman" panose="02020603050405020304" pitchFamily="18" charset="0"/>
              </a:rPr>
              <a:t>    AVG(</a:t>
            </a:r>
            <a:r>
              <a:rPr lang="en-US" sz="1200" dirty="0" err="1">
                <a:latin typeface="Consolas" panose="020B0609020204030204" pitchFamily="49" charset="0"/>
                <a:cs typeface="Times New Roman" panose="02020603050405020304" pitchFamily="18" charset="0"/>
              </a:rPr>
              <a:t>Avg_Speed_KM_HR</a:t>
            </a:r>
            <a:r>
              <a:rPr lang="en-US" sz="1200" dirty="0">
                <a:latin typeface="Consolas" panose="020B0609020204030204" pitchFamily="49" charset="0"/>
                <a:cs typeface="Times New Roman" panose="02020603050405020304" pitchFamily="18" charset="0"/>
              </a:rPr>
              <a:t>) AS </a:t>
            </a:r>
            <a:r>
              <a:rPr lang="en-US" sz="1200" dirty="0" err="1">
                <a:latin typeface="Consolas" panose="020B0609020204030204" pitchFamily="49" charset="0"/>
                <a:cs typeface="Times New Roman" panose="02020603050405020304" pitchFamily="18" charset="0"/>
              </a:rPr>
              <a:t>Avg_Speed</a:t>
            </a:r>
            <a:br>
              <a:rPr lang="en-US" sz="1200" dirty="0">
                <a:latin typeface="Consolas" panose="020B0609020204030204" pitchFamily="49" charset="0"/>
                <a:cs typeface="Times New Roman" panose="02020603050405020304" pitchFamily="18" charset="0"/>
              </a:rPr>
            </a:br>
            <a:r>
              <a:rPr lang="en-US" sz="1200" dirty="0">
                <a:latin typeface="Consolas" panose="020B0609020204030204" pitchFamily="49" charset="0"/>
                <a:cs typeface="Times New Roman" panose="02020603050405020304" pitchFamily="18" charset="0"/>
              </a:rPr>
              <a:t>FROM (</a:t>
            </a:r>
            <a:br>
              <a:rPr lang="en-US" sz="1200" dirty="0">
                <a:latin typeface="Consolas" panose="020B0609020204030204" pitchFamily="49" charset="0"/>
                <a:cs typeface="Times New Roman" panose="02020603050405020304" pitchFamily="18" charset="0"/>
              </a:rPr>
            </a:br>
            <a:r>
              <a:rPr lang="en-US" sz="1200" dirty="0">
                <a:latin typeface="Consolas" panose="020B0609020204030204" pitchFamily="49" charset="0"/>
                <a:cs typeface="Times New Roman" panose="02020603050405020304" pitchFamily="18" charset="0"/>
              </a:rPr>
              <a:t>    SELECT </a:t>
            </a:r>
            <a:r>
              <a:rPr lang="en-US" sz="1200" dirty="0" err="1">
                <a:latin typeface="Consolas" panose="020B0609020204030204" pitchFamily="49" charset="0"/>
                <a:cs typeface="Times New Roman" panose="02020603050405020304" pitchFamily="18" charset="0"/>
              </a:rPr>
              <a:t>Avg_Speed_KM_HR</a:t>
            </a:r>
            <a:br>
              <a:rPr lang="en-US" sz="1200" dirty="0">
                <a:latin typeface="Consolas" panose="020B0609020204030204" pitchFamily="49" charset="0"/>
                <a:cs typeface="Times New Roman" panose="02020603050405020304" pitchFamily="18" charset="0"/>
              </a:rPr>
            </a:br>
            <a:r>
              <a:rPr lang="en-US" sz="1200" dirty="0">
                <a:latin typeface="Consolas" panose="020B0609020204030204" pitchFamily="49" charset="0"/>
                <a:cs typeface="Times New Roman" panose="02020603050405020304" pitchFamily="18" charset="0"/>
              </a:rPr>
              <a:t>    FROM </a:t>
            </a:r>
            <a:r>
              <a:rPr lang="en-US" sz="1200" dirty="0" err="1">
                <a:latin typeface="Consolas" panose="020B0609020204030204" pitchFamily="49" charset="0"/>
                <a:cs typeface="Times New Roman" panose="02020603050405020304" pitchFamily="18" charset="0"/>
              </a:rPr>
              <a:t>deliveryagents</a:t>
            </a:r>
            <a:br>
              <a:rPr lang="en-US" sz="1200" dirty="0">
                <a:latin typeface="Consolas" panose="020B0609020204030204" pitchFamily="49" charset="0"/>
                <a:cs typeface="Times New Roman" panose="02020603050405020304" pitchFamily="18" charset="0"/>
              </a:rPr>
            </a:br>
            <a:r>
              <a:rPr lang="en-US" sz="1200" dirty="0">
                <a:latin typeface="Consolas" panose="020B0609020204030204" pitchFamily="49" charset="0"/>
                <a:cs typeface="Times New Roman" panose="02020603050405020304" pitchFamily="18" charset="0"/>
              </a:rPr>
              <a:t>    ORDER BY </a:t>
            </a:r>
            <a:r>
              <a:rPr lang="en-US" sz="1200" dirty="0" err="1">
                <a:latin typeface="Consolas" panose="020B0609020204030204" pitchFamily="49" charset="0"/>
                <a:cs typeface="Times New Roman" panose="02020603050405020304" pitchFamily="18" charset="0"/>
              </a:rPr>
              <a:t>On_Time_Percentage</a:t>
            </a:r>
            <a:r>
              <a:rPr lang="en-US" sz="1200" dirty="0">
                <a:latin typeface="Consolas" panose="020B0609020204030204" pitchFamily="49" charset="0"/>
                <a:cs typeface="Times New Roman" panose="02020603050405020304" pitchFamily="18" charset="0"/>
              </a:rPr>
              <a:t> DESC</a:t>
            </a:r>
            <a:br>
              <a:rPr lang="en-US" sz="1200" dirty="0">
                <a:latin typeface="Consolas" panose="020B0609020204030204" pitchFamily="49" charset="0"/>
                <a:cs typeface="Times New Roman" panose="02020603050405020304" pitchFamily="18" charset="0"/>
              </a:rPr>
            </a:br>
            <a:r>
              <a:rPr lang="en-US" sz="1200" dirty="0">
                <a:latin typeface="Consolas" panose="020B0609020204030204" pitchFamily="49" charset="0"/>
                <a:cs typeface="Times New Roman" panose="02020603050405020304" pitchFamily="18" charset="0"/>
              </a:rPr>
              <a:t>    LIMIT 5</a:t>
            </a:r>
            <a:br>
              <a:rPr lang="en-US" sz="1200" dirty="0">
                <a:latin typeface="Consolas" panose="020B0609020204030204" pitchFamily="49" charset="0"/>
                <a:cs typeface="Times New Roman" panose="02020603050405020304" pitchFamily="18" charset="0"/>
              </a:rPr>
            </a:br>
            <a:r>
              <a:rPr lang="en-US" sz="1200" dirty="0">
                <a:latin typeface="Consolas" panose="020B0609020204030204" pitchFamily="49" charset="0"/>
                <a:cs typeface="Times New Roman" panose="02020603050405020304" pitchFamily="18" charset="0"/>
              </a:rPr>
              <a:t>) AS </a:t>
            </a:r>
            <a:r>
              <a:rPr lang="en-US" sz="1200" dirty="0" err="1">
                <a:latin typeface="Consolas" panose="020B0609020204030204" pitchFamily="49" charset="0"/>
                <a:cs typeface="Times New Roman" panose="02020603050405020304" pitchFamily="18" charset="0"/>
              </a:rPr>
              <a:t>top_agents</a:t>
            </a:r>
            <a:br>
              <a:rPr lang="en-US" sz="1200" dirty="0">
                <a:latin typeface="Consolas" panose="020B0609020204030204" pitchFamily="49" charset="0"/>
                <a:cs typeface="Times New Roman" panose="02020603050405020304" pitchFamily="18" charset="0"/>
              </a:rPr>
            </a:br>
            <a:r>
              <a:rPr lang="en-US" sz="1200" dirty="0">
                <a:latin typeface="Consolas" panose="020B0609020204030204" pitchFamily="49" charset="0"/>
                <a:cs typeface="Times New Roman" panose="02020603050405020304" pitchFamily="18" charset="0"/>
              </a:rPr>
              <a:t>UNION</a:t>
            </a:r>
            <a:br>
              <a:rPr lang="en-US" sz="1200" dirty="0">
                <a:latin typeface="Consolas" panose="020B0609020204030204" pitchFamily="49" charset="0"/>
                <a:cs typeface="Times New Roman" panose="02020603050405020304" pitchFamily="18" charset="0"/>
              </a:rPr>
            </a:br>
            <a:r>
              <a:rPr lang="en-US" sz="1200" dirty="0">
                <a:latin typeface="Consolas" panose="020B0609020204030204" pitchFamily="49" charset="0"/>
                <a:cs typeface="Times New Roman" panose="02020603050405020304" pitchFamily="18" charset="0"/>
              </a:rPr>
              <a:t>SELECT </a:t>
            </a:r>
            <a:br>
              <a:rPr lang="en-US" sz="1200" dirty="0">
                <a:latin typeface="Consolas" panose="020B0609020204030204" pitchFamily="49" charset="0"/>
                <a:cs typeface="Times New Roman" panose="02020603050405020304" pitchFamily="18" charset="0"/>
              </a:rPr>
            </a:br>
            <a:r>
              <a:rPr lang="en-US" sz="1200" dirty="0">
                <a:latin typeface="Consolas" panose="020B0609020204030204" pitchFamily="49" charset="0"/>
                <a:cs typeface="Times New Roman" panose="02020603050405020304" pitchFamily="18" charset="0"/>
              </a:rPr>
              <a:t>    'Bottom 5 Agents',</a:t>
            </a:r>
            <a:br>
              <a:rPr lang="en-US" sz="1200" dirty="0">
                <a:latin typeface="Consolas" panose="020B0609020204030204" pitchFamily="49" charset="0"/>
                <a:cs typeface="Times New Roman" panose="02020603050405020304" pitchFamily="18" charset="0"/>
              </a:rPr>
            </a:br>
            <a:r>
              <a:rPr lang="en-US" sz="1200" dirty="0">
                <a:latin typeface="Consolas" panose="020B0609020204030204" pitchFamily="49" charset="0"/>
                <a:cs typeface="Times New Roman" panose="02020603050405020304" pitchFamily="18" charset="0"/>
              </a:rPr>
              <a:t>    AVG(</a:t>
            </a:r>
            <a:r>
              <a:rPr lang="en-US" sz="1200" dirty="0" err="1">
                <a:latin typeface="Consolas" panose="020B0609020204030204" pitchFamily="49" charset="0"/>
                <a:cs typeface="Times New Roman" panose="02020603050405020304" pitchFamily="18" charset="0"/>
              </a:rPr>
              <a:t>Avg_Speed_KM_HR</a:t>
            </a:r>
            <a:r>
              <a:rPr lang="en-US" sz="1200" dirty="0">
                <a:latin typeface="Consolas" panose="020B0609020204030204" pitchFamily="49" charset="0"/>
                <a:cs typeface="Times New Roman" panose="02020603050405020304" pitchFamily="18" charset="0"/>
              </a:rPr>
              <a:t>)</a:t>
            </a:r>
            <a:br>
              <a:rPr lang="en-US" sz="1200" dirty="0">
                <a:latin typeface="Consolas" panose="020B0609020204030204" pitchFamily="49" charset="0"/>
                <a:cs typeface="Times New Roman" panose="02020603050405020304" pitchFamily="18" charset="0"/>
              </a:rPr>
            </a:br>
            <a:r>
              <a:rPr lang="en-US" sz="1200" dirty="0">
                <a:latin typeface="Consolas" panose="020B0609020204030204" pitchFamily="49" charset="0"/>
                <a:cs typeface="Times New Roman" panose="02020603050405020304" pitchFamily="18" charset="0"/>
              </a:rPr>
              <a:t>FROM (</a:t>
            </a:r>
            <a:br>
              <a:rPr lang="en-US" sz="1200" dirty="0">
                <a:latin typeface="Consolas" panose="020B0609020204030204" pitchFamily="49" charset="0"/>
                <a:cs typeface="Times New Roman" panose="02020603050405020304" pitchFamily="18" charset="0"/>
              </a:rPr>
            </a:br>
            <a:r>
              <a:rPr lang="en-US" sz="1200" dirty="0">
                <a:latin typeface="Consolas" panose="020B0609020204030204" pitchFamily="49" charset="0"/>
                <a:cs typeface="Times New Roman" panose="02020603050405020304" pitchFamily="18" charset="0"/>
              </a:rPr>
              <a:t>    SELECT </a:t>
            </a:r>
            <a:r>
              <a:rPr lang="en-US" sz="1200" dirty="0" err="1">
                <a:latin typeface="Consolas" panose="020B0609020204030204" pitchFamily="49" charset="0"/>
                <a:cs typeface="Times New Roman" panose="02020603050405020304" pitchFamily="18" charset="0"/>
              </a:rPr>
              <a:t>Avg_Speed_KM_HR</a:t>
            </a:r>
            <a:br>
              <a:rPr lang="en-US" sz="1200" dirty="0">
                <a:latin typeface="Consolas" panose="020B0609020204030204" pitchFamily="49" charset="0"/>
                <a:cs typeface="Times New Roman" panose="02020603050405020304" pitchFamily="18" charset="0"/>
              </a:rPr>
            </a:br>
            <a:r>
              <a:rPr lang="en-US" sz="1200" dirty="0">
                <a:latin typeface="Consolas" panose="020B0609020204030204" pitchFamily="49" charset="0"/>
                <a:cs typeface="Times New Roman" panose="02020603050405020304" pitchFamily="18" charset="0"/>
              </a:rPr>
              <a:t>    FROM </a:t>
            </a:r>
            <a:r>
              <a:rPr lang="en-US" sz="1200" dirty="0" err="1">
                <a:latin typeface="Consolas" panose="020B0609020204030204" pitchFamily="49" charset="0"/>
                <a:cs typeface="Times New Roman" panose="02020603050405020304" pitchFamily="18" charset="0"/>
              </a:rPr>
              <a:t>deliveryagents</a:t>
            </a:r>
            <a:br>
              <a:rPr lang="en-US" sz="1200" dirty="0">
                <a:latin typeface="Consolas" panose="020B0609020204030204" pitchFamily="49" charset="0"/>
                <a:cs typeface="Times New Roman" panose="02020603050405020304" pitchFamily="18" charset="0"/>
              </a:rPr>
            </a:br>
            <a:r>
              <a:rPr lang="en-US" sz="1200" dirty="0">
                <a:latin typeface="Consolas" panose="020B0609020204030204" pitchFamily="49" charset="0"/>
                <a:cs typeface="Times New Roman" panose="02020603050405020304" pitchFamily="18" charset="0"/>
              </a:rPr>
              <a:t>    ORDER BY </a:t>
            </a:r>
            <a:r>
              <a:rPr lang="en-US" sz="1200" dirty="0" err="1">
                <a:latin typeface="Consolas" panose="020B0609020204030204" pitchFamily="49" charset="0"/>
                <a:cs typeface="Times New Roman" panose="02020603050405020304" pitchFamily="18" charset="0"/>
              </a:rPr>
              <a:t>On_Time_Percentage</a:t>
            </a:r>
            <a:r>
              <a:rPr lang="en-US" sz="1200" dirty="0">
                <a:latin typeface="Consolas" panose="020B0609020204030204" pitchFamily="49" charset="0"/>
                <a:cs typeface="Times New Roman" panose="02020603050405020304" pitchFamily="18" charset="0"/>
              </a:rPr>
              <a:t> ASC</a:t>
            </a:r>
            <a:br>
              <a:rPr lang="en-US" sz="1200" dirty="0">
                <a:latin typeface="Consolas" panose="020B0609020204030204" pitchFamily="49" charset="0"/>
                <a:cs typeface="Times New Roman" panose="02020603050405020304" pitchFamily="18" charset="0"/>
              </a:rPr>
            </a:br>
            <a:r>
              <a:rPr lang="en-US" sz="1200" dirty="0">
                <a:latin typeface="Consolas" panose="020B0609020204030204" pitchFamily="49" charset="0"/>
                <a:cs typeface="Times New Roman" panose="02020603050405020304" pitchFamily="18" charset="0"/>
              </a:rPr>
              <a:t>    LIMIT 5</a:t>
            </a:r>
            <a:br>
              <a:rPr lang="en-US" sz="1200" dirty="0">
                <a:latin typeface="Consolas" panose="020B0609020204030204" pitchFamily="49" charset="0"/>
                <a:cs typeface="Times New Roman" panose="02020603050405020304" pitchFamily="18" charset="0"/>
              </a:rPr>
            </a:br>
            <a:r>
              <a:rPr lang="en-US" sz="1200" dirty="0">
                <a:latin typeface="Consolas" panose="020B0609020204030204" pitchFamily="49" charset="0"/>
                <a:cs typeface="Times New Roman" panose="02020603050405020304" pitchFamily="18" charset="0"/>
              </a:rPr>
              <a:t>) AS </a:t>
            </a:r>
            <a:r>
              <a:rPr lang="en-US" sz="1200" dirty="0" err="1">
                <a:latin typeface="Consolas" panose="020B0609020204030204" pitchFamily="49" charset="0"/>
                <a:cs typeface="Times New Roman" panose="02020603050405020304" pitchFamily="18" charset="0"/>
              </a:rPr>
              <a:t>bottom_agents</a:t>
            </a:r>
            <a:r>
              <a:rPr lang="en-US" sz="1200" dirty="0">
                <a:latin typeface="Consolas" panose="020B0609020204030204" pitchFamily="49" charset="0"/>
                <a:cs typeface="Times New Roman" panose="02020603050405020304" pitchFamily="18" charset="0"/>
              </a:rPr>
              <a:t>;</a:t>
            </a:r>
          </a:p>
          <a:p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949D74B-F6BD-FDEB-B3EA-366CFF5D7C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733425"/>
            <a:ext cx="2400635" cy="246731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EE112C3-46D1-4983-D553-51A75D9514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79515" y="733425"/>
            <a:ext cx="2343477" cy="1379857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A9B5A34-3B35-510B-0EEB-4738EAD762B2}"/>
              </a:ext>
            </a:extLst>
          </p:cNvPr>
          <p:cNvSpPr txBox="1"/>
          <p:nvPr/>
        </p:nvSpPr>
        <p:spPr>
          <a:xfrm>
            <a:off x="6096000" y="3429000"/>
            <a:ext cx="5064760" cy="175432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Agents with on-time performance below 80% indicate operational inefficiencies.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speed comparison shows that higher-performing agents tend to maintain better delivery efficiency, highlighting the importance of both speed and reliability.</a:t>
            </a:r>
          </a:p>
        </p:txBody>
      </p:sp>
    </p:spTree>
    <p:extLst>
      <p:ext uri="{BB962C8B-B14F-4D97-AF65-F5344CB8AC3E}">
        <p14:creationId xmlns:p14="http://schemas.microsoft.com/office/powerpoint/2010/main" val="43509200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81BFFC-FF16-2082-426E-EEDB75A7BD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 6: SHIPMENT TRACKING ANALYTICS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D3B704-66EC-8B9E-6491-C7122EB404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Track last checkpoint status of shipments 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Analyze common delay reasons 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orders with multiple delays 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analysis helps monitor shipment progress, identify delay patterns, and detect high-risk deliveries for improved logistics efficiency.</a:t>
            </a:r>
          </a:p>
        </p:txBody>
      </p:sp>
    </p:spTree>
    <p:extLst>
      <p:ext uri="{BB962C8B-B14F-4D97-AF65-F5344CB8AC3E}">
        <p14:creationId xmlns:p14="http://schemas.microsoft.com/office/powerpoint/2010/main" val="270962999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73ACB4-5166-10F9-C482-6E0437B2BB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SHIPMENT TRACKING &amp; LAST CHECKPOINT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A46E6A-54CD-49A3-84C8-3930F16E91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9640" y="1519013"/>
            <a:ext cx="5582920" cy="3210373"/>
          </a:xfrm>
          <a:ln>
            <a:solidFill>
              <a:schemeClr val="tx1"/>
            </a:solidFill>
          </a:ln>
        </p:spPr>
        <p:txBody>
          <a:bodyPr>
            <a:normAutofit/>
          </a:bodyPr>
          <a:lstStyle/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Last checkpoint per order</a:t>
            </a:r>
          </a:p>
          <a:p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600" dirty="0">
                <a:latin typeface="Consolas" panose="020B0609020204030204" pitchFamily="49" charset="0"/>
              </a:rPr>
              <a:t>SELECT </a:t>
            </a:r>
          </a:p>
          <a:p>
            <a:pPr marL="0" indent="0">
              <a:buNone/>
            </a:pPr>
            <a:r>
              <a:rPr lang="en-US" sz="1600" dirty="0">
                <a:latin typeface="Consolas" panose="020B0609020204030204" pitchFamily="49" charset="0"/>
              </a:rPr>
              <a:t>    </a:t>
            </a:r>
            <a:r>
              <a:rPr lang="en-US" sz="1600" dirty="0" err="1">
                <a:latin typeface="Consolas" panose="020B0609020204030204" pitchFamily="49" charset="0"/>
              </a:rPr>
              <a:t>Order_ID</a:t>
            </a:r>
            <a:r>
              <a:rPr lang="en-US" sz="1600" dirty="0">
                <a:latin typeface="Consolas" panose="020B0609020204030204" pitchFamily="49" charset="0"/>
              </a:rPr>
              <a:t>,</a:t>
            </a:r>
          </a:p>
          <a:p>
            <a:pPr marL="0" indent="0">
              <a:buNone/>
            </a:pPr>
            <a:r>
              <a:rPr lang="en-US" sz="1600" dirty="0">
                <a:latin typeface="Consolas" panose="020B0609020204030204" pitchFamily="49" charset="0"/>
              </a:rPr>
              <a:t>    MAX(</a:t>
            </a:r>
            <a:r>
              <a:rPr lang="en-US" sz="1600" dirty="0" err="1">
                <a:latin typeface="Consolas" panose="020B0609020204030204" pitchFamily="49" charset="0"/>
              </a:rPr>
              <a:t>Checkpoint_Time</a:t>
            </a:r>
            <a:r>
              <a:rPr lang="en-US" sz="1600" dirty="0">
                <a:latin typeface="Consolas" panose="020B0609020204030204" pitchFamily="49" charset="0"/>
              </a:rPr>
              <a:t>) AS </a:t>
            </a:r>
            <a:r>
              <a:rPr lang="en-US" sz="1600" dirty="0" err="1">
                <a:latin typeface="Consolas" panose="020B0609020204030204" pitchFamily="49" charset="0"/>
              </a:rPr>
              <a:t>Last_Checkpoint_Time</a:t>
            </a:r>
            <a:endParaRPr lang="en-US" sz="16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600" dirty="0">
                <a:latin typeface="Consolas" panose="020B0609020204030204" pitchFamily="49" charset="0"/>
              </a:rPr>
              <a:t>FROM shipment</a:t>
            </a:r>
          </a:p>
          <a:p>
            <a:pPr marL="0" indent="0">
              <a:buNone/>
            </a:pPr>
            <a:r>
              <a:rPr lang="en-US" sz="1600" dirty="0">
                <a:latin typeface="Consolas" panose="020B0609020204030204" pitchFamily="49" charset="0"/>
              </a:rPr>
              <a:t>GROUP BY </a:t>
            </a:r>
            <a:r>
              <a:rPr lang="en-US" sz="1600" dirty="0" err="1">
                <a:latin typeface="Consolas" panose="020B0609020204030204" pitchFamily="49" charset="0"/>
              </a:rPr>
              <a:t>Order_ID</a:t>
            </a:r>
            <a:r>
              <a:rPr lang="en-US" sz="1600" dirty="0">
                <a:latin typeface="Consolas" panose="020B0609020204030204" pitchFamily="49" charset="0"/>
              </a:rPr>
              <a:t>;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375AF47-5FEA-D310-A662-25B32C9EF2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20394" y="1519013"/>
            <a:ext cx="3446005" cy="321037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0F1ACC9-0B64-FCAA-9EB0-3B1AEF610EC0}"/>
              </a:ext>
            </a:extLst>
          </p:cNvPr>
          <p:cNvSpPr txBox="1"/>
          <p:nvPr/>
        </p:nvSpPr>
        <p:spPr>
          <a:xfrm>
            <a:off x="929640" y="5090160"/>
            <a:ext cx="9636760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latest checkpoint time for each order helps track shipment progress, identify current delivery status, and detect potential delays in transit.</a:t>
            </a:r>
          </a:p>
        </p:txBody>
      </p:sp>
    </p:spTree>
    <p:extLst>
      <p:ext uri="{BB962C8B-B14F-4D97-AF65-F5344CB8AC3E}">
        <p14:creationId xmlns:p14="http://schemas.microsoft.com/office/powerpoint/2010/main" val="47783484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068BD1-4E19-E585-C9DD-4507EE6A50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315912"/>
          </a:xfrm>
        </p:spPr>
        <p:txBody>
          <a:bodyPr>
            <a:normAutofit fontScale="90000"/>
          </a:bodyPr>
          <a:lstStyle/>
          <a:p>
            <a:pPr algn="ctr"/>
            <a:r>
              <a:rPr lang="en-US" sz="2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DELAY REASONS &amp; CRITICAL SHIPMENTS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B0996E-7A24-CA25-D325-16D8586930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62024"/>
            <a:ext cx="3815080" cy="5337175"/>
          </a:xfrm>
          <a:ln>
            <a:solidFill>
              <a:schemeClr val="tx1"/>
            </a:solidFill>
          </a:ln>
        </p:spPr>
        <p:txBody>
          <a:bodyPr>
            <a:noAutofit/>
          </a:bodyPr>
          <a:lstStyle/>
          <a:p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common delay reasons</a:t>
            </a:r>
          </a:p>
          <a:p>
            <a:pPr marL="0" indent="0">
              <a:buNone/>
            </a:pPr>
            <a:r>
              <a:rPr lang="en-US" sz="1200" dirty="0">
                <a:latin typeface="Consolas" panose="020B0609020204030204" pitchFamily="49" charset="0"/>
                <a:cs typeface="Times New Roman" panose="02020603050405020304" pitchFamily="18" charset="0"/>
              </a:rPr>
              <a:t>SELECT </a:t>
            </a:r>
          </a:p>
          <a:p>
            <a:pPr marL="0" indent="0">
              <a:buNone/>
            </a:pPr>
            <a:r>
              <a:rPr lang="en-US" sz="1200" dirty="0">
                <a:latin typeface="Consolas" panose="020B0609020204030204" pitchFamily="49" charset="0"/>
                <a:cs typeface="Times New Roman" panose="02020603050405020304" pitchFamily="18" charset="0"/>
              </a:rPr>
              <a:t>    </a:t>
            </a:r>
            <a:r>
              <a:rPr lang="en-US" sz="1200" dirty="0" err="1">
                <a:latin typeface="Consolas" panose="020B0609020204030204" pitchFamily="49" charset="0"/>
                <a:cs typeface="Times New Roman" panose="02020603050405020304" pitchFamily="18" charset="0"/>
              </a:rPr>
              <a:t>Delay_Reason</a:t>
            </a:r>
            <a:r>
              <a:rPr lang="en-US" sz="1200" dirty="0">
                <a:latin typeface="Consolas" panose="020B0609020204030204" pitchFamily="49" charset="0"/>
                <a:cs typeface="Times New Roman" panose="02020603050405020304" pitchFamily="18" charset="0"/>
              </a:rPr>
              <a:t>,</a:t>
            </a:r>
          </a:p>
          <a:p>
            <a:pPr marL="0" indent="0">
              <a:buNone/>
            </a:pPr>
            <a:r>
              <a:rPr lang="en-US" sz="1200" dirty="0">
                <a:latin typeface="Consolas" panose="020B0609020204030204" pitchFamily="49" charset="0"/>
                <a:cs typeface="Times New Roman" panose="02020603050405020304" pitchFamily="18" charset="0"/>
              </a:rPr>
              <a:t>    COUNT(*) AS Frequency</a:t>
            </a:r>
          </a:p>
          <a:p>
            <a:pPr marL="0" indent="0">
              <a:buNone/>
            </a:pPr>
            <a:r>
              <a:rPr lang="en-US" sz="1200" dirty="0">
                <a:latin typeface="Consolas" panose="020B0609020204030204" pitchFamily="49" charset="0"/>
                <a:cs typeface="Times New Roman" panose="02020603050405020304" pitchFamily="18" charset="0"/>
              </a:rPr>
              <a:t>FROM shipment</a:t>
            </a:r>
          </a:p>
          <a:p>
            <a:pPr marL="0" indent="0">
              <a:buNone/>
            </a:pPr>
            <a:r>
              <a:rPr lang="en-US" sz="1200" dirty="0">
                <a:latin typeface="Consolas" panose="020B0609020204030204" pitchFamily="49" charset="0"/>
                <a:cs typeface="Times New Roman" panose="02020603050405020304" pitchFamily="18" charset="0"/>
              </a:rPr>
              <a:t>WHERE </a:t>
            </a:r>
            <a:r>
              <a:rPr lang="en-US" sz="1200" dirty="0" err="1">
                <a:latin typeface="Consolas" panose="020B0609020204030204" pitchFamily="49" charset="0"/>
                <a:cs typeface="Times New Roman" panose="02020603050405020304" pitchFamily="18" charset="0"/>
              </a:rPr>
              <a:t>Delay_Reason</a:t>
            </a:r>
            <a:r>
              <a:rPr lang="en-US" sz="1200" dirty="0">
                <a:latin typeface="Consolas" panose="020B0609020204030204" pitchFamily="49" charset="0"/>
                <a:cs typeface="Times New Roman" panose="02020603050405020304" pitchFamily="18" charset="0"/>
              </a:rPr>
              <a:t> IS NOT NULL</a:t>
            </a:r>
          </a:p>
          <a:p>
            <a:pPr marL="0" indent="0">
              <a:buNone/>
            </a:pPr>
            <a:r>
              <a:rPr lang="en-US" sz="1200" dirty="0">
                <a:latin typeface="Consolas" panose="020B0609020204030204" pitchFamily="49" charset="0"/>
                <a:cs typeface="Times New Roman" panose="02020603050405020304" pitchFamily="18" charset="0"/>
              </a:rPr>
              <a:t>AND </a:t>
            </a:r>
            <a:r>
              <a:rPr lang="en-US" sz="1200" dirty="0" err="1">
                <a:latin typeface="Consolas" panose="020B0609020204030204" pitchFamily="49" charset="0"/>
                <a:cs typeface="Times New Roman" panose="02020603050405020304" pitchFamily="18" charset="0"/>
              </a:rPr>
              <a:t>Delay_Reason</a:t>
            </a:r>
            <a:r>
              <a:rPr lang="en-US" sz="1200" dirty="0">
                <a:latin typeface="Consolas" panose="020B0609020204030204" pitchFamily="49" charset="0"/>
                <a:cs typeface="Times New Roman" panose="02020603050405020304" pitchFamily="18" charset="0"/>
              </a:rPr>
              <a:t> &lt;&gt; 'None'</a:t>
            </a:r>
          </a:p>
          <a:p>
            <a:pPr marL="0" indent="0">
              <a:buNone/>
            </a:pPr>
            <a:r>
              <a:rPr lang="en-US" sz="1200" dirty="0">
                <a:latin typeface="Consolas" panose="020B0609020204030204" pitchFamily="49" charset="0"/>
                <a:cs typeface="Times New Roman" panose="02020603050405020304" pitchFamily="18" charset="0"/>
              </a:rPr>
              <a:t>GROUP BY </a:t>
            </a:r>
            <a:r>
              <a:rPr lang="en-US" sz="1200" dirty="0" err="1">
                <a:latin typeface="Consolas" panose="020B0609020204030204" pitchFamily="49" charset="0"/>
                <a:cs typeface="Times New Roman" panose="02020603050405020304" pitchFamily="18" charset="0"/>
              </a:rPr>
              <a:t>Delay_Reason</a:t>
            </a:r>
            <a:endParaRPr lang="en-US" sz="1200" dirty="0">
              <a:latin typeface="Consolas" panose="020B0609020204030204" pitchFamily="49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200" dirty="0">
                <a:latin typeface="Consolas" panose="020B0609020204030204" pitchFamily="49" charset="0"/>
                <a:cs typeface="Times New Roman" panose="02020603050405020304" pitchFamily="18" charset="0"/>
              </a:rPr>
              <a:t>ORDER BY Frequency DESC;</a:t>
            </a:r>
          </a:p>
          <a:p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Orders with &gt;2 delayed checkpoints</a:t>
            </a:r>
          </a:p>
          <a:p>
            <a:pPr marL="0" indent="0">
              <a:buNone/>
            </a:pPr>
            <a:r>
              <a:rPr lang="en-US" sz="1200" dirty="0">
                <a:latin typeface="Consolas" panose="020B0609020204030204" pitchFamily="49" charset="0"/>
                <a:cs typeface="Times New Roman" panose="02020603050405020304" pitchFamily="18" charset="0"/>
              </a:rPr>
              <a:t>SELECT </a:t>
            </a:r>
          </a:p>
          <a:p>
            <a:pPr marL="0" indent="0">
              <a:buNone/>
            </a:pPr>
            <a:r>
              <a:rPr lang="en-US" sz="1200" dirty="0">
                <a:latin typeface="Consolas" panose="020B0609020204030204" pitchFamily="49" charset="0"/>
                <a:cs typeface="Times New Roman" panose="02020603050405020304" pitchFamily="18" charset="0"/>
              </a:rPr>
              <a:t>    </a:t>
            </a:r>
            <a:r>
              <a:rPr lang="en-US" sz="1200" dirty="0" err="1">
                <a:latin typeface="Consolas" panose="020B0609020204030204" pitchFamily="49" charset="0"/>
                <a:cs typeface="Times New Roman" panose="02020603050405020304" pitchFamily="18" charset="0"/>
              </a:rPr>
              <a:t>Order_ID</a:t>
            </a:r>
            <a:r>
              <a:rPr lang="en-US" sz="1200" dirty="0">
                <a:latin typeface="Consolas" panose="020B0609020204030204" pitchFamily="49" charset="0"/>
                <a:cs typeface="Times New Roman" panose="02020603050405020304" pitchFamily="18" charset="0"/>
              </a:rPr>
              <a:t>,</a:t>
            </a:r>
          </a:p>
          <a:p>
            <a:pPr marL="0" indent="0">
              <a:buNone/>
            </a:pPr>
            <a:r>
              <a:rPr lang="en-US" sz="1200" dirty="0">
                <a:latin typeface="Consolas" panose="020B0609020204030204" pitchFamily="49" charset="0"/>
                <a:cs typeface="Times New Roman" panose="02020603050405020304" pitchFamily="18" charset="0"/>
              </a:rPr>
              <a:t>    COUNT(*) AS </a:t>
            </a:r>
            <a:r>
              <a:rPr lang="en-US" sz="1200" dirty="0" err="1">
                <a:latin typeface="Consolas" panose="020B0609020204030204" pitchFamily="49" charset="0"/>
                <a:cs typeface="Times New Roman" panose="02020603050405020304" pitchFamily="18" charset="0"/>
              </a:rPr>
              <a:t>Delayed_Checkpoints</a:t>
            </a:r>
            <a:endParaRPr lang="en-US" sz="1200" dirty="0">
              <a:latin typeface="Consolas" panose="020B0609020204030204" pitchFamily="49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200" dirty="0">
                <a:latin typeface="Consolas" panose="020B0609020204030204" pitchFamily="49" charset="0"/>
                <a:cs typeface="Times New Roman" panose="02020603050405020304" pitchFamily="18" charset="0"/>
              </a:rPr>
              <a:t>FROM shipment</a:t>
            </a:r>
          </a:p>
          <a:p>
            <a:pPr marL="0" indent="0">
              <a:buNone/>
            </a:pPr>
            <a:r>
              <a:rPr lang="en-US" sz="1200" dirty="0">
                <a:latin typeface="Consolas" panose="020B0609020204030204" pitchFamily="49" charset="0"/>
                <a:cs typeface="Times New Roman" panose="02020603050405020304" pitchFamily="18" charset="0"/>
              </a:rPr>
              <a:t>WHERE </a:t>
            </a:r>
            <a:r>
              <a:rPr lang="en-US" sz="1200" dirty="0" err="1">
                <a:latin typeface="Consolas" panose="020B0609020204030204" pitchFamily="49" charset="0"/>
                <a:cs typeface="Times New Roman" panose="02020603050405020304" pitchFamily="18" charset="0"/>
              </a:rPr>
              <a:t>Delay_Reason</a:t>
            </a:r>
            <a:r>
              <a:rPr lang="en-US" sz="1200" dirty="0">
                <a:latin typeface="Consolas" panose="020B0609020204030204" pitchFamily="49" charset="0"/>
                <a:cs typeface="Times New Roman" panose="02020603050405020304" pitchFamily="18" charset="0"/>
              </a:rPr>
              <a:t> IS NOT NULL</a:t>
            </a:r>
          </a:p>
          <a:p>
            <a:pPr marL="0" indent="0">
              <a:buNone/>
            </a:pPr>
            <a:r>
              <a:rPr lang="en-US" sz="1200" dirty="0">
                <a:latin typeface="Consolas" panose="020B0609020204030204" pitchFamily="49" charset="0"/>
                <a:cs typeface="Times New Roman" panose="02020603050405020304" pitchFamily="18" charset="0"/>
              </a:rPr>
              <a:t>AND </a:t>
            </a:r>
            <a:r>
              <a:rPr lang="en-US" sz="1200" dirty="0" err="1">
                <a:latin typeface="Consolas" panose="020B0609020204030204" pitchFamily="49" charset="0"/>
                <a:cs typeface="Times New Roman" panose="02020603050405020304" pitchFamily="18" charset="0"/>
              </a:rPr>
              <a:t>Delay_Reason</a:t>
            </a:r>
            <a:r>
              <a:rPr lang="en-US" sz="1200" dirty="0">
                <a:latin typeface="Consolas" panose="020B0609020204030204" pitchFamily="49" charset="0"/>
                <a:cs typeface="Times New Roman" panose="02020603050405020304" pitchFamily="18" charset="0"/>
              </a:rPr>
              <a:t> &lt;&gt; 'None'</a:t>
            </a:r>
          </a:p>
          <a:p>
            <a:pPr marL="0" indent="0">
              <a:buNone/>
            </a:pPr>
            <a:r>
              <a:rPr lang="en-US" sz="1200" dirty="0">
                <a:latin typeface="Consolas" panose="020B0609020204030204" pitchFamily="49" charset="0"/>
                <a:cs typeface="Times New Roman" panose="02020603050405020304" pitchFamily="18" charset="0"/>
              </a:rPr>
              <a:t>GROUP BY </a:t>
            </a:r>
            <a:r>
              <a:rPr lang="en-US" sz="1200" dirty="0" err="1">
                <a:latin typeface="Consolas" panose="020B0609020204030204" pitchFamily="49" charset="0"/>
                <a:cs typeface="Times New Roman" panose="02020603050405020304" pitchFamily="18" charset="0"/>
              </a:rPr>
              <a:t>Order_ID</a:t>
            </a:r>
            <a:endParaRPr lang="en-US" sz="1200" dirty="0">
              <a:latin typeface="Consolas" panose="020B0609020204030204" pitchFamily="49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200" dirty="0">
                <a:latin typeface="Consolas" panose="020B0609020204030204" pitchFamily="49" charset="0"/>
                <a:cs typeface="Times New Roman" panose="02020603050405020304" pitchFamily="18" charset="0"/>
              </a:rPr>
              <a:t>HAVING COUNT(*) &gt; 2;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C7E47B-AB22-95B5-8249-14BB9EC881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0326" y="962024"/>
            <a:ext cx="2706205" cy="169481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3966506-E8B6-A85B-7622-F3895DA9CC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0326" y="2937826"/>
            <a:ext cx="2681145" cy="336137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249FFF8-C01C-80D7-CF8D-024319411D16}"/>
              </a:ext>
            </a:extLst>
          </p:cNvPr>
          <p:cNvSpPr txBox="1"/>
          <p:nvPr/>
        </p:nvSpPr>
        <p:spPr>
          <a:xfrm>
            <a:off x="8240857" y="962024"/>
            <a:ext cx="2681145" cy="369331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Insights: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Frequent delay reasons such as sorting delays, weather, and traffic highlight key operational challenges.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Orders with multiple delayed checkpoints indicate high-risk shipments that require immediate monitoring and corrective action.</a:t>
            </a:r>
          </a:p>
        </p:txBody>
      </p:sp>
    </p:spTree>
    <p:extLst>
      <p:ext uri="{BB962C8B-B14F-4D97-AF65-F5344CB8AC3E}">
        <p14:creationId xmlns:p14="http://schemas.microsoft.com/office/powerpoint/2010/main" val="403753788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80C959-453F-073E-91EB-0A224119E7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 7: ADVANCED KPI REPORTING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CECD1D-4AE9-B434-7D6E-6D1B2F8ED9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Measuring key logistics performance indicators to evaluate delivery efficiency and operational performance.</a:t>
            </a:r>
          </a:p>
          <a:p>
            <a:pPr marL="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• Analyzed delivery delay across regions  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• Calculated overall on-time delivery performance  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• Evaluated traffic delays across routes </a:t>
            </a:r>
          </a:p>
          <a:p>
            <a:pPr marL="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KPIs provide a comprehensive view of delivery performance and help identify areas for operational improvement and optimization.</a:t>
            </a:r>
          </a:p>
        </p:txBody>
      </p:sp>
    </p:spTree>
    <p:extLst>
      <p:ext uri="{BB962C8B-B14F-4D97-AF65-F5344CB8AC3E}">
        <p14:creationId xmlns:p14="http://schemas.microsoft.com/office/powerpoint/2010/main" val="320542360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2CB4AC-5B93-1454-6E89-6F871AF849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396875"/>
          </a:xfrm>
        </p:spPr>
        <p:txBody>
          <a:bodyPr>
            <a:normAutofit fontScale="90000"/>
          </a:bodyPr>
          <a:lstStyle/>
          <a:p>
            <a:r>
              <a:rPr lang="en-US" sz="2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DELIVERY PERFORMANCE KPIs (REGION &amp; OVERALL)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1449B9-DA8F-37CB-1AFB-19C6A437CF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5160" y="1175385"/>
            <a:ext cx="5105400" cy="5317490"/>
          </a:xfrm>
          <a:ln>
            <a:solidFill>
              <a:schemeClr val="tx1"/>
            </a:solidFill>
          </a:ln>
        </p:spPr>
        <p:txBody>
          <a:bodyPr>
            <a:noAutofit/>
          </a:bodyPr>
          <a:lstStyle/>
          <a:p>
            <a:r>
              <a:rPr lang="en-US" sz="1600" b="1" dirty="0"/>
              <a:t>Avg delivery delay per region</a:t>
            </a:r>
          </a:p>
          <a:p>
            <a:pPr marL="0" indent="0">
              <a:buNone/>
            </a:pPr>
            <a:r>
              <a:rPr lang="en-US" sz="1600" dirty="0">
                <a:latin typeface="Consolas" panose="020B0609020204030204" pitchFamily="49" charset="0"/>
              </a:rPr>
              <a:t>SELECT </a:t>
            </a:r>
          </a:p>
          <a:p>
            <a:pPr marL="0" indent="0">
              <a:buNone/>
            </a:pPr>
            <a:r>
              <a:rPr lang="en-US" sz="1600" dirty="0">
                <a:latin typeface="Consolas" panose="020B0609020204030204" pitchFamily="49" charset="0"/>
              </a:rPr>
              <a:t>    </a:t>
            </a:r>
            <a:r>
              <a:rPr lang="en-US" sz="1600" dirty="0" err="1">
                <a:latin typeface="Consolas" panose="020B0609020204030204" pitchFamily="49" charset="0"/>
              </a:rPr>
              <a:t>r.Start_Location</a:t>
            </a:r>
            <a:r>
              <a:rPr lang="en-US" sz="1600" dirty="0">
                <a:latin typeface="Consolas" panose="020B0609020204030204" pitchFamily="49" charset="0"/>
              </a:rPr>
              <a:t>,</a:t>
            </a:r>
          </a:p>
          <a:p>
            <a:pPr marL="0" indent="0">
              <a:buNone/>
            </a:pPr>
            <a:r>
              <a:rPr lang="en-US" sz="1600" dirty="0">
                <a:latin typeface="Consolas" panose="020B0609020204030204" pitchFamily="49" charset="0"/>
              </a:rPr>
              <a:t>    AVG(</a:t>
            </a:r>
            <a:r>
              <a:rPr lang="en-US" sz="1600" dirty="0" err="1">
                <a:latin typeface="Consolas" panose="020B0609020204030204" pitchFamily="49" charset="0"/>
              </a:rPr>
              <a:t>o.Delay_Days</a:t>
            </a:r>
            <a:r>
              <a:rPr lang="en-US" sz="1600" dirty="0">
                <a:latin typeface="Consolas" panose="020B0609020204030204" pitchFamily="49" charset="0"/>
              </a:rPr>
              <a:t>) AS </a:t>
            </a:r>
            <a:r>
              <a:rPr lang="en-US" sz="1600" dirty="0" err="1">
                <a:latin typeface="Consolas" panose="020B0609020204030204" pitchFamily="49" charset="0"/>
              </a:rPr>
              <a:t>Avg_Delivery_Delay</a:t>
            </a:r>
            <a:endParaRPr lang="en-US" sz="16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600" dirty="0">
                <a:latin typeface="Consolas" panose="020B0609020204030204" pitchFamily="49" charset="0"/>
              </a:rPr>
              <a:t>FROM orders o</a:t>
            </a:r>
          </a:p>
          <a:p>
            <a:pPr marL="0" indent="0">
              <a:buNone/>
            </a:pPr>
            <a:r>
              <a:rPr lang="en-US" sz="1600" dirty="0">
                <a:latin typeface="Consolas" panose="020B0609020204030204" pitchFamily="49" charset="0"/>
              </a:rPr>
              <a:t>JOIN routes r</a:t>
            </a:r>
          </a:p>
          <a:p>
            <a:pPr marL="0" indent="0">
              <a:buNone/>
            </a:pPr>
            <a:r>
              <a:rPr lang="en-US" sz="1600" dirty="0">
                <a:latin typeface="Consolas" panose="020B0609020204030204" pitchFamily="49" charset="0"/>
              </a:rPr>
              <a:t>ON </a:t>
            </a:r>
            <a:r>
              <a:rPr lang="en-US" sz="1600" dirty="0" err="1">
                <a:latin typeface="Consolas" panose="020B0609020204030204" pitchFamily="49" charset="0"/>
              </a:rPr>
              <a:t>o.Route_ID</a:t>
            </a:r>
            <a:r>
              <a:rPr lang="en-US" sz="1600" dirty="0">
                <a:latin typeface="Consolas" panose="020B0609020204030204" pitchFamily="49" charset="0"/>
              </a:rPr>
              <a:t> = </a:t>
            </a:r>
            <a:r>
              <a:rPr lang="en-US" sz="1600" dirty="0" err="1">
                <a:latin typeface="Consolas" panose="020B0609020204030204" pitchFamily="49" charset="0"/>
              </a:rPr>
              <a:t>r.Route_ID</a:t>
            </a:r>
            <a:endParaRPr lang="en-US" sz="16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600" dirty="0">
                <a:latin typeface="Consolas" panose="020B0609020204030204" pitchFamily="49" charset="0"/>
              </a:rPr>
              <a:t>GROUP BY </a:t>
            </a:r>
            <a:r>
              <a:rPr lang="en-US" sz="1600" dirty="0" err="1">
                <a:latin typeface="Consolas" panose="020B0609020204030204" pitchFamily="49" charset="0"/>
              </a:rPr>
              <a:t>r.Start_Location</a:t>
            </a:r>
            <a:r>
              <a:rPr lang="en-US" sz="1600" dirty="0">
                <a:latin typeface="Consolas" panose="020B0609020204030204" pitchFamily="49" charset="0"/>
              </a:rPr>
              <a:t>;</a:t>
            </a:r>
          </a:p>
          <a:p>
            <a:r>
              <a:rPr lang="en-US" sz="1600" b="1" dirty="0"/>
              <a:t>Overall on-time delivery %</a:t>
            </a:r>
          </a:p>
          <a:p>
            <a:pPr marL="0" indent="0">
              <a:buNone/>
            </a:pPr>
            <a:r>
              <a:rPr lang="en-US" sz="1600" dirty="0">
                <a:latin typeface="Consolas" panose="020B0609020204030204" pitchFamily="49" charset="0"/>
              </a:rPr>
              <a:t>SELECT </a:t>
            </a:r>
          </a:p>
          <a:p>
            <a:pPr marL="0" indent="0">
              <a:buNone/>
            </a:pPr>
            <a:r>
              <a:rPr lang="en-US" sz="1600" dirty="0">
                <a:latin typeface="Consolas" panose="020B0609020204030204" pitchFamily="49" charset="0"/>
              </a:rPr>
              <a:t>    (SUM(CASE </a:t>
            </a:r>
          </a:p>
          <a:p>
            <a:pPr marL="0" indent="0">
              <a:buNone/>
            </a:pPr>
            <a:r>
              <a:rPr lang="en-US" sz="1600" dirty="0">
                <a:latin typeface="Consolas" panose="020B0609020204030204" pitchFamily="49" charset="0"/>
              </a:rPr>
              <a:t>        WHEN </a:t>
            </a:r>
            <a:r>
              <a:rPr lang="en-US" sz="1600" dirty="0" err="1">
                <a:latin typeface="Consolas" panose="020B0609020204030204" pitchFamily="49" charset="0"/>
              </a:rPr>
              <a:t>Delay_Days</a:t>
            </a:r>
            <a:r>
              <a:rPr lang="en-US" sz="1600" dirty="0">
                <a:latin typeface="Consolas" panose="020B0609020204030204" pitchFamily="49" charset="0"/>
              </a:rPr>
              <a:t> &lt;= 0 THEN 1 </a:t>
            </a:r>
          </a:p>
          <a:p>
            <a:pPr marL="0" indent="0">
              <a:buNone/>
            </a:pPr>
            <a:r>
              <a:rPr lang="en-US" sz="1600" dirty="0">
                <a:latin typeface="Consolas" panose="020B0609020204030204" pitchFamily="49" charset="0"/>
              </a:rPr>
              <a:t>        ELSE 0 </a:t>
            </a:r>
          </a:p>
          <a:p>
            <a:pPr marL="0" indent="0">
              <a:buNone/>
            </a:pPr>
            <a:r>
              <a:rPr lang="en-US" sz="1600" dirty="0">
                <a:latin typeface="Consolas" panose="020B0609020204030204" pitchFamily="49" charset="0"/>
              </a:rPr>
              <a:t>    END) * 100.0 / COUNT(*)) AS </a:t>
            </a:r>
            <a:r>
              <a:rPr lang="en-US" sz="1600" dirty="0" err="1">
                <a:latin typeface="Consolas" panose="020B0609020204030204" pitchFamily="49" charset="0"/>
              </a:rPr>
              <a:t>OnTime_Percentage</a:t>
            </a:r>
            <a:endParaRPr lang="en-US" sz="16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600" dirty="0">
                <a:latin typeface="Consolas" panose="020B0609020204030204" pitchFamily="49" charset="0"/>
              </a:rPr>
              <a:t>FROM orders;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3A91DEA-4BB1-983D-A670-E5AE0B907F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04976" y="1175385"/>
            <a:ext cx="2558304" cy="393509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8430011-D8A0-13BE-0628-AE7ABAA498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4976" y="5351100"/>
            <a:ext cx="2558304" cy="114177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5C51120-2770-8254-F79D-B2BDBBCA9793}"/>
              </a:ext>
            </a:extLst>
          </p:cNvPr>
          <p:cNvSpPr txBox="1"/>
          <p:nvPr/>
        </p:nvSpPr>
        <p:spPr>
          <a:xfrm>
            <a:off x="8595360" y="1175385"/>
            <a:ext cx="2296160" cy="258532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Regional delay analysis highlights areas with higher delivery delays,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while the overall on-time percentage serves as a key indicator of operational efficiency and service reliability.</a:t>
            </a:r>
          </a:p>
        </p:txBody>
      </p:sp>
    </p:spTree>
    <p:extLst>
      <p:ext uri="{BB962C8B-B14F-4D97-AF65-F5344CB8AC3E}">
        <p14:creationId xmlns:p14="http://schemas.microsoft.com/office/powerpoint/2010/main" val="358478618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D78D4D-4748-BC4F-FE39-43ABE765C1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TRAFFIC DELAY &amp; ROUTE PERFORMANCE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CEC9EB-1AF7-FF55-E9EA-3276582D06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521960" cy="3173095"/>
          </a:xfrm>
          <a:ln>
            <a:solidFill>
              <a:schemeClr val="tx1"/>
            </a:solidFill>
          </a:ln>
        </p:spPr>
        <p:txBody>
          <a:bodyPr>
            <a:normAutofit/>
          </a:bodyPr>
          <a:lstStyle/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Avg traffic delay per route</a:t>
            </a:r>
          </a:p>
          <a:p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600" dirty="0">
                <a:latin typeface="Consolas" panose="020B0609020204030204" pitchFamily="49" charset="0"/>
                <a:cs typeface="Times New Roman" panose="02020603050405020304" pitchFamily="18" charset="0"/>
              </a:rPr>
              <a:t>SELECT </a:t>
            </a:r>
          </a:p>
          <a:p>
            <a:pPr marL="0" indent="0">
              <a:buNone/>
            </a:pPr>
            <a:r>
              <a:rPr lang="en-US" sz="1600" dirty="0">
                <a:latin typeface="Consolas" panose="020B0609020204030204" pitchFamily="49" charset="0"/>
                <a:cs typeface="Times New Roman" panose="02020603050405020304" pitchFamily="18" charset="0"/>
              </a:rPr>
              <a:t>    </a:t>
            </a:r>
            <a:r>
              <a:rPr lang="en-US" sz="1600" dirty="0" err="1">
                <a:latin typeface="Consolas" panose="020B0609020204030204" pitchFamily="49" charset="0"/>
                <a:cs typeface="Times New Roman" panose="02020603050405020304" pitchFamily="18" charset="0"/>
              </a:rPr>
              <a:t>Route_ID</a:t>
            </a:r>
            <a:r>
              <a:rPr lang="en-US" sz="1600" dirty="0">
                <a:latin typeface="Consolas" panose="020B0609020204030204" pitchFamily="49" charset="0"/>
                <a:cs typeface="Times New Roman" panose="02020603050405020304" pitchFamily="18" charset="0"/>
              </a:rPr>
              <a:t>,</a:t>
            </a:r>
          </a:p>
          <a:p>
            <a:pPr marL="0" indent="0">
              <a:buNone/>
            </a:pPr>
            <a:r>
              <a:rPr lang="en-US" sz="1600" dirty="0">
                <a:latin typeface="Consolas" panose="020B0609020204030204" pitchFamily="49" charset="0"/>
                <a:cs typeface="Times New Roman" panose="02020603050405020304" pitchFamily="18" charset="0"/>
              </a:rPr>
              <a:t>    AVG(</a:t>
            </a:r>
            <a:r>
              <a:rPr lang="en-US" sz="1600" dirty="0" err="1">
                <a:latin typeface="Consolas" panose="020B0609020204030204" pitchFamily="49" charset="0"/>
                <a:cs typeface="Times New Roman" panose="02020603050405020304" pitchFamily="18" charset="0"/>
              </a:rPr>
              <a:t>Traffic_Delay_Min</a:t>
            </a:r>
            <a:r>
              <a:rPr lang="en-US" sz="1600" dirty="0">
                <a:latin typeface="Consolas" panose="020B0609020204030204" pitchFamily="49" charset="0"/>
                <a:cs typeface="Times New Roman" panose="02020603050405020304" pitchFamily="18" charset="0"/>
              </a:rPr>
              <a:t>) AS </a:t>
            </a:r>
            <a:r>
              <a:rPr lang="en-US" sz="1600" dirty="0" err="1">
                <a:latin typeface="Consolas" panose="020B0609020204030204" pitchFamily="49" charset="0"/>
                <a:cs typeface="Times New Roman" panose="02020603050405020304" pitchFamily="18" charset="0"/>
              </a:rPr>
              <a:t>Avg_Traffic_Delay</a:t>
            </a:r>
            <a:endParaRPr lang="en-US" sz="1600" dirty="0">
              <a:latin typeface="Consolas" panose="020B0609020204030204" pitchFamily="49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600" dirty="0">
                <a:latin typeface="Consolas" panose="020B0609020204030204" pitchFamily="49" charset="0"/>
                <a:cs typeface="Times New Roman" panose="02020603050405020304" pitchFamily="18" charset="0"/>
              </a:rPr>
              <a:t>FROM routes</a:t>
            </a:r>
          </a:p>
          <a:p>
            <a:pPr marL="0" indent="0">
              <a:buNone/>
            </a:pPr>
            <a:r>
              <a:rPr lang="en-US" sz="1600" dirty="0">
                <a:latin typeface="Consolas" panose="020B0609020204030204" pitchFamily="49" charset="0"/>
                <a:cs typeface="Times New Roman" panose="02020603050405020304" pitchFamily="18" charset="0"/>
              </a:rPr>
              <a:t>GROUP BY </a:t>
            </a:r>
            <a:r>
              <a:rPr lang="en-US" sz="1600" dirty="0" err="1">
                <a:latin typeface="Consolas" panose="020B0609020204030204" pitchFamily="49" charset="0"/>
                <a:cs typeface="Times New Roman" panose="02020603050405020304" pitchFamily="18" charset="0"/>
              </a:rPr>
              <a:t>Route_ID</a:t>
            </a:r>
            <a:r>
              <a:rPr lang="en-US" sz="1600" dirty="0">
                <a:latin typeface="Consolas" panose="020B0609020204030204" pitchFamily="49" charset="0"/>
                <a:cs typeface="Times New Roman" panose="02020603050405020304" pitchFamily="18" charset="0"/>
              </a:rPr>
              <a:t>;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D05FA88-01B6-5E92-05DE-69F7B494D4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6710" y="1825625"/>
            <a:ext cx="3657770" cy="317309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837E371-4FD4-9584-C32A-5101BF1B089A}"/>
              </a:ext>
            </a:extLst>
          </p:cNvPr>
          <p:cNvSpPr txBox="1"/>
          <p:nvPr/>
        </p:nvSpPr>
        <p:spPr>
          <a:xfrm>
            <a:off x="838200" y="5435600"/>
            <a:ext cx="9606280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Average traffic delay per route identifies congestion-heavy routes and enables better route optimization, improving delivery efficiency and reducing delays.</a:t>
            </a:r>
          </a:p>
        </p:txBody>
      </p:sp>
    </p:spTree>
    <p:extLst>
      <p:ext uri="{BB962C8B-B14F-4D97-AF65-F5344CB8AC3E}">
        <p14:creationId xmlns:p14="http://schemas.microsoft.com/office/powerpoint/2010/main" val="237756114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1FF43F-761A-C901-FBDB-76915D1524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52880"/>
            <a:ext cx="10515600" cy="237808"/>
          </a:xfrm>
        </p:spPr>
        <p:txBody>
          <a:bodyPr>
            <a:normAutofit fontScale="90000"/>
          </a:bodyPr>
          <a:lstStyle/>
          <a:p>
            <a:pPr algn="ctr"/>
            <a:r>
              <a:rPr lang="en-US" sz="2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br>
              <a:rPr lang="en-US" sz="2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8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71E7CAE-3468-99C0-A6FA-53F31F0F2B5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608676"/>
            <a:ext cx="10825480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cleaning ensured accuracy and reliability of analysis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Identified key issues in routes, warehouses, and delivery agents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High delays were mainly caused by traffic and operational inefficiencies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Performance gaps were observed across warehouses and agents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1800" dirty="0"/>
              <a:t>SQL-based analysis helped uncover actionable insights to improve logistics efficiency and delivery performance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VIDEO EXPLANATION LINK: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  <a:hlinkClick r:id="rId2" action="ppaction://hlinksldjump"/>
              </a:rPr>
              <a:t>https://drive.google.com/file/d/1D5JMecWxd0xjv4DMXLXaGnk2Jwn6kNEM/view?usp=sharing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9577346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D357AD-CC98-6FDC-5591-D1648D27FE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6600" y="2488565"/>
            <a:ext cx="10515600" cy="1325563"/>
          </a:xfrm>
        </p:spPr>
        <p:txBody>
          <a:bodyPr/>
          <a:lstStyle/>
          <a:p>
            <a:pPr algn="ctr"/>
            <a:r>
              <a:rPr lang="en-US" b="1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9996310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246</TotalTime>
  <Words>2195</Words>
  <Application>Microsoft Office PowerPoint</Application>
  <PresentationFormat>Widescreen</PresentationFormat>
  <Paragraphs>246</Paragraphs>
  <Slides>24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0" baseType="lpstr">
      <vt:lpstr>Aptos</vt:lpstr>
      <vt:lpstr>Aptos Display</vt:lpstr>
      <vt:lpstr>Arial</vt:lpstr>
      <vt:lpstr>Consolas</vt:lpstr>
      <vt:lpstr>Times New Roman</vt:lpstr>
      <vt:lpstr>Office Theme</vt:lpstr>
      <vt:lpstr>LOGISTICS OPTIMIZATION USING SQL</vt:lpstr>
      <vt:lpstr>TASK 1: DATA CLEANING &amp; PREPARATION</vt:lpstr>
      <vt:lpstr>DUPLICATE &amp; MISSING DATA HANDLING</vt:lpstr>
      <vt:lpstr>DATE VALIDATION &amp; ERROR HANDLING</vt:lpstr>
      <vt:lpstr>TASK 2: DELIVERY DELAY ANALYSIS</vt:lpstr>
      <vt:lpstr>DELIVERY DELAY CALCULATION &amp; ROUTE ANALYSIS</vt:lpstr>
      <vt:lpstr>WAREHOUSE-WISE DELAY RANKING</vt:lpstr>
      <vt:lpstr>TASK 3: ROUTE OPTIMIZATION INSIGHTS</vt:lpstr>
      <vt:lpstr>ROUTE PERFORMANCE &amp; EFFICIENCY ANALYSIS</vt:lpstr>
      <vt:lpstr>DELAYED ROUTES ANALYSIS &amp; OPTIMIZATION</vt:lpstr>
      <vt:lpstr>TASK 4: WAREHOUSE PERFORMANCE ANALYSIS</vt:lpstr>
      <vt:lpstr>WAREHOUSE PROCESSING &amp; SHIPMENT ANALYSIS</vt:lpstr>
      <vt:lpstr>BOTTLENECK WAREHOUSES &amp; PERFORMANCE RANKING</vt:lpstr>
      <vt:lpstr>TASK 5: DELIVERY AGENT PERFORMANCE ANALYSIS</vt:lpstr>
      <vt:lpstr>AGENT PERFORMANCE RANKING (ROUTE-WISE)</vt:lpstr>
      <vt:lpstr>LOW PERFORMING AGENTS &amp; PERFORMANCE COMPARISON</vt:lpstr>
      <vt:lpstr>TASK 6: SHIPMENT TRACKING ANALYTICS</vt:lpstr>
      <vt:lpstr>SHIPMENT TRACKING &amp; LAST CHECKPOINT ANALYSIS</vt:lpstr>
      <vt:lpstr>DELAY REASONS &amp; CRITICAL SHIPMENTS ANALYSIS</vt:lpstr>
      <vt:lpstr>TASK 7: ADVANCED KPI REPORTING</vt:lpstr>
      <vt:lpstr>DELIVERY PERFORMANCE KPIs (REGION &amp; OVERALL)</vt:lpstr>
      <vt:lpstr>TRAFFIC DELAY &amp; ROUTE PERFORMANCE ANALYSIS</vt:lpstr>
      <vt:lpstr>CONCLUSION 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Harika Chamarthi</dc:creator>
  <cp:lastModifiedBy>Harika Chamarthi</cp:lastModifiedBy>
  <cp:revision>1</cp:revision>
  <dcterms:created xsi:type="dcterms:W3CDTF">2026-04-14T10:52:04Z</dcterms:created>
  <dcterms:modified xsi:type="dcterms:W3CDTF">2026-04-14T15:15:18Z</dcterms:modified>
</cp:coreProperties>
</file>